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344" r:id="rId2"/>
    <p:sldId id="346" r:id="rId3"/>
    <p:sldId id="422" r:id="rId4"/>
    <p:sldId id="340" r:id="rId5"/>
    <p:sldId id="426" r:id="rId6"/>
    <p:sldId id="429" r:id="rId7"/>
    <p:sldId id="430" r:id="rId8"/>
    <p:sldId id="431" r:id="rId9"/>
    <p:sldId id="428" r:id="rId10"/>
    <p:sldId id="427" r:id="rId11"/>
    <p:sldId id="432" r:id="rId12"/>
    <p:sldId id="435" r:id="rId13"/>
    <p:sldId id="451" r:id="rId14"/>
    <p:sldId id="449" r:id="rId15"/>
    <p:sldId id="437" r:id="rId16"/>
    <p:sldId id="438" r:id="rId17"/>
    <p:sldId id="439" r:id="rId18"/>
    <p:sldId id="447" r:id="rId19"/>
    <p:sldId id="444" r:id="rId20"/>
    <p:sldId id="445" r:id="rId21"/>
    <p:sldId id="446" r:id="rId22"/>
    <p:sldId id="433" r:id="rId23"/>
    <p:sldId id="436" r:id="rId24"/>
    <p:sldId id="452" r:id="rId25"/>
    <p:sldId id="453" r:id="rId26"/>
    <p:sldId id="454" r:id="rId27"/>
    <p:sldId id="434" r:id="rId28"/>
    <p:sldId id="443" r:id="rId29"/>
    <p:sldId id="345" r:id="rId30"/>
    <p:sldId id="356" r:id="rId31"/>
    <p:sldId id="450" r:id="rId32"/>
  </p:sldIdLst>
  <p:sldSz cx="9144000" cy="6858000" type="screen4x3"/>
  <p:notesSz cx="7010400" cy="9296400"/>
  <p:custDataLst>
    <p:tags r:id="rId35"/>
  </p:custDataLst>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59D1EDEC-42DB-B94D-9AF8-5F9890BDFC38}">
          <p14:sldIdLst>
            <p14:sldId id="344"/>
            <p14:sldId id="346"/>
            <p14:sldId id="422"/>
            <p14:sldId id="340"/>
            <p14:sldId id="426"/>
            <p14:sldId id="429"/>
            <p14:sldId id="430"/>
            <p14:sldId id="431"/>
            <p14:sldId id="428"/>
            <p14:sldId id="427"/>
            <p14:sldId id="432"/>
            <p14:sldId id="435"/>
            <p14:sldId id="451"/>
            <p14:sldId id="449"/>
            <p14:sldId id="437"/>
            <p14:sldId id="438"/>
            <p14:sldId id="439"/>
            <p14:sldId id="447"/>
            <p14:sldId id="444"/>
            <p14:sldId id="445"/>
            <p14:sldId id="446"/>
            <p14:sldId id="433"/>
            <p14:sldId id="436"/>
            <p14:sldId id="452"/>
            <p14:sldId id="453"/>
            <p14:sldId id="454"/>
            <p14:sldId id="434"/>
            <p14:sldId id="443"/>
            <p14:sldId id="345"/>
            <p14:sldId id="356"/>
            <p14:sldId id="45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a:srgbClr val="DA0081"/>
    <a:srgbClr val="B8509E"/>
    <a:srgbClr val="B30A3C"/>
    <a:srgbClr val="0C2577"/>
    <a:srgbClr val="81017E"/>
    <a:srgbClr val="EFEFEF"/>
    <a:srgbClr val="EBEBEB"/>
    <a:srgbClr val="F2F2F2"/>
    <a:srgbClr val="E2E2E3"/>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306" autoAdjust="0"/>
    <p:restoredTop sz="96970" autoAdjust="0"/>
  </p:normalViewPr>
  <p:slideViewPr>
    <p:cSldViewPr snapToGrid="0" snapToObjects="1">
      <p:cViewPr>
        <p:scale>
          <a:sx n="57" d="100"/>
          <a:sy n="57" d="100"/>
        </p:scale>
        <p:origin x="-1512" y="-396"/>
      </p:cViewPr>
      <p:guideLst>
        <p:guide orient="horz" pos="999"/>
        <p:guide pos="437"/>
      </p:guideLst>
    </p:cSldViewPr>
  </p:slideViewPr>
  <p:outlineViewPr>
    <p:cViewPr>
      <p:scale>
        <a:sx n="33" d="100"/>
        <a:sy n="33" d="100"/>
      </p:scale>
      <p:origin x="0" y="42896"/>
    </p:cViewPr>
  </p:outlineViewPr>
  <p:notesTextViewPr>
    <p:cViewPr>
      <p:scale>
        <a:sx n="100" d="100"/>
        <a:sy n="100" d="100"/>
      </p:scale>
      <p:origin x="0" y="0"/>
    </p:cViewPr>
  </p:notesTextViewPr>
  <p:sorterViewPr>
    <p:cViewPr>
      <p:scale>
        <a:sx n="63" d="100"/>
        <a:sy n="63" d="100"/>
      </p:scale>
      <p:origin x="0" y="0"/>
    </p:cViewPr>
  </p:sorterViewPr>
  <p:notesViewPr>
    <p:cSldViewPr snapToGrid="0" snapToObjects="1" showGuides="1">
      <p:cViewPr varScale="1">
        <p:scale>
          <a:sx n="60" d="100"/>
          <a:sy n="60" d="100"/>
        </p:scale>
        <p:origin x="-2472" y="-7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36.emf"/><Relationship Id="rId1" Type="http://schemas.openxmlformats.org/officeDocument/2006/relationships/image" Target="../media/image5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628" cy="464820"/>
          </a:xfrm>
          <a:prstGeom prst="rect">
            <a:avLst/>
          </a:prstGeom>
        </p:spPr>
        <p:txBody>
          <a:bodyPr vert="horz" lIns="91644" tIns="45822" rIns="91644" bIns="45822"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971182" y="0"/>
            <a:ext cx="3037628" cy="464820"/>
          </a:xfrm>
          <a:prstGeom prst="rect">
            <a:avLst/>
          </a:prstGeom>
        </p:spPr>
        <p:txBody>
          <a:bodyPr vert="horz" lIns="91644" tIns="45822" rIns="91644" bIns="45822" rtlCol="0"/>
          <a:lstStyle>
            <a:lvl1pPr algn="r" fontAlgn="auto">
              <a:spcBef>
                <a:spcPts val="0"/>
              </a:spcBef>
              <a:spcAft>
                <a:spcPts val="0"/>
              </a:spcAft>
              <a:defRPr sz="1200">
                <a:latin typeface="+mn-lt"/>
                <a:ea typeface="+mn-ea"/>
                <a:cs typeface="+mn-cs"/>
              </a:defRPr>
            </a:lvl1pPr>
          </a:lstStyle>
          <a:p>
            <a:pPr>
              <a:defRPr/>
            </a:pPr>
            <a:fld id="{2193D59D-1118-1F48-B621-90B5F2241958}" type="datetimeFigureOut">
              <a:rPr lang="en-US"/>
              <a:pPr>
                <a:defRPr/>
              </a:pPr>
              <a:t>5/14/2026</a:t>
            </a:fld>
            <a:endParaRPr lang="en-US"/>
          </a:p>
        </p:txBody>
      </p:sp>
      <p:sp>
        <p:nvSpPr>
          <p:cNvPr id="4" name="Footer Placeholder 3"/>
          <p:cNvSpPr>
            <a:spLocks noGrp="1"/>
          </p:cNvSpPr>
          <p:nvPr>
            <p:ph type="ftr" sz="quarter" idx="2"/>
          </p:nvPr>
        </p:nvSpPr>
        <p:spPr>
          <a:xfrm>
            <a:off x="1" y="8829989"/>
            <a:ext cx="3037628" cy="464820"/>
          </a:xfrm>
          <a:prstGeom prst="rect">
            <a:avLst/>
          </a:prstGeom>
        </p:spPr>
        <p:txBody>
          <a:bodyPr vert="horz" lIns="91644" tIns="45822" rIns="91644" bIns="45822"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971182" y="8829989"/>
            <a:ext cx="3037628" cy="464820"/>
          </a:xfrm>
          <a:prstGeom prst="rect">
            <a:avLst/>
          </a:prstGeom>
        </p:spPr>
        <p:txBody>
          <a:bodyPr vert="horz" lIns="91644" tIns="45822" rIns="91644" bIns="45822" rtlCol="0" anchor="b"/>
          <a:lstStyle>
            <a:lvl1pPr algn="r" fontAlgn="auto">
              <a:spcBef>
                <a:spcPts val="0"/>
              </a:spcBef>
              <a:spcAft>
                <a:spcPts val="0"/>
              </a:spcAft>
              <a:defRPr sz="1200">
                <a:latin typeface="+mn-lt"/>
                <a:ea typeface="+mn-ea"/>
                <a:cs typeface="+mn-cs"/>
              </a:defRPr>
            </a:lvl1pPr>
          </a:lstStyle>
          <a:p>
            <a:pPr>
              <a:defRPr/>
            </a:pPr>
            <a:fld id="{43B8E213-BA5A-7647-8879-D50EF1E6FB7A}" type="slidenum">
              <a:rPr lang="en-US"/>
              <a:pPr>
                <a:defRPr/>
              </a:pPr>
              <a:t>‹#›</a:t>
            </a:fld>
            <a:endParaRPr lang="en-US"/>
          </a:p>
        </p:txBody>
      </p:sp>
    </p:spTree>
    <p:extLst>
      <p:ext uri="{BB962C8B-B14F-4D97-AF65-F5344CB8AC3E}">
        <p14:creationId xmlns:p14="http://schemas.microsoft.com/office/powerpoint/2010/main" val="31734704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628" cy="464820"/>
          </a:xfrm>
          <a:prstGeom prst="rect">
            <a:avLst/>
          </a:prstGeom>
        </p:spPr>
        <p:txBody>
          <a:bodyPr vert="horz" lIns="92516" tIns="46257" rIns="92516" bIns="46257"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971182" y="0"/>
            <a:ext cx="3037628" cy="464820"/>
          </a:xfrm>
          <a:prstGeom prst="rect">
            <a:avLst/>
          </a:prstGeom>
        </p:spPr>
        <p:txBody>
          <a:bodyPr vert="horz" lIns="92516" tIns="46257" rIns="92516" bIns="46257" rtlCol="0"/>
          <a:lstStyle>
            <a:lvl1pPr algn="r" fontAlgn="auto">
              <a:spcBef>
                <a:spcPts val="0"/>
              </a:spcBef>
              <a:spcAft>
                <a:spcPts val="0"/>
              </a:spcAft>
              <a:defRPr sz="1200">
                <a:latin typeface="+mn-lt"/>
                <a:ea typeface="+mn-ea"/>
                <a:cs typeface="+mn-cs"/>
              </a:defRPr>
            </a:lvl1pPr>
          </a:lstStyle>
          <a:p>
            <a:pPr>
              <a:defRPr/>
            </a:pPr>
            <a:fld id="{D2ABDD48-2735-F143-B9DB-F439A098A26D}" type="datetimeFigureOut">
              <a:rPr lang="en-US"/>
              <a:pPr>
                <a:defRPr/>
              </a:pPr>
              <a:t>5/14/2026</a:t>
            </a:fld>
            <a:endParaRPr lang="en-US"/>
          </a:p>
        </p:txBody>
      </p:sp>
      <p:sp>
        <p:nvSpPr>
          <p:cNvPr id="4" name="Slide Image Placeholder 3"/>
          <p:cNvSpPr>
            <a:spLocks noGrp="1" noRot="1" noChangeAspect="1"/>
          </p:cNvSpPr>
          <p:nvPr>
            <p:ph type="sldImg" idx="2"/>
          </p:nvPr>
        </p:nvSpPr>
        <p:spPr>
          <a:xfrm>
            <a:off x="1181100" y="700088"/>
            <a:ext cx="4648200" cy="3486150"/>
          </a:xfrm>
          <a:prstGeom prst="rect">
            <a:avLst/>
          </a:prstGeom>
          <a:noFill/>
          <a:ln w="12700">
            <a:solidFill>
              <a:prstClr val="black"/>
            </a:solidFill>
          </a:ln>
        </p:spPr>
        <p:txBody>
          <a:bodyPr vert="horz" lIns="92516" tIns="46257" rIns="92516" bIns="46257" rtlCol="0" anchor="ctr"/>
          <a:lstStyle/>
          <a:p>
            <a:pPr lvl="0"/>
            <a:endParaRPr lang="en-US" noProof="0"/>
          </a:p>
        </p:txBody>
      </p:sp>
      <p:sp>
        <p:nvSpPr>
          <p:cNvPr id="5" name="Notes Placeholder 4"/>
          <p:cNvSpPr>
            <a:spLocks noGrp="1"/>
          </p:cNvSpPr>
          <p:nvPr>
            <p:ph type="body" sz="quarter" idx="3"/>
          </p:nvPr>
        </p:nvSpPr>
        <p:spPr>
          <a:xfrm>
            <a:off x="701359" y="4415791"/>
            <a:ext cx="5607684" cy="4183380"/>
          </a:xfrm>
          <a:prstGeom prst="rect">
            <a:avLst/>
          </a:prstGeom>
        </p:spPr>
        <p:txBody>
          <a:bodyPr vert="horz" lIns="92516" tIns="46257" rIns="92516" bIns="46257"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1" y="8829989"/>
            <a:ext cx="3037628" cy="464820"/>
          </a:xfrm>
          <a:prstGeom prst="rect">
            <a:avLst/>
          </a:prstGeom>
        </p:spPr>
        <p:txBody>
          <a:bodyPr vert="horz" lIns="92516" tIns="46257" rIns="92516" bIns="46257"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971182" y="8829989"/>
            <a:ext cx="3037628" cy="464820"/>
          </a:xfrm>
          <a:prstGeom prst="rect">
            <a:avLst/>
          </a:prstGeom>
        </p:spPr>
        <p:txBody>
          <a:bodyPr vert="horz" lIns="92516" tIns="46257" rIns="92516" bIns="46257" rtlCol="0" anchor="b"/>
          <a:lstStyle>
            <a:lvl1pPr algn="r" fontAlgn="auto">
              <a:spcBef>
                <a:spcPts val="0"/>
              </a:spcBef>
              <a:spcAft>
                <a:spcPts val="0"/>
              </a:spcAft>
              <a:defRPr sz="1200">
                <a:latin typeface="+mn-lt"/>
                <a:ea typeface="+mn-ea"/>
                <a:cs typeface="+mn-cs"/>
              </a:defRPr>
            </a:lvl1pPr>
          </a:lstStyle>
          <a:p>
            <a:pPr>
              <a:defRPr/>
            </a:pPr>
            <a:fld id="{90F31A8A-43EB-8947-B182-07D22D8CB7AC}" type="slidenum">
              <a:rPr lang="en-US"/>
              <a:pPr>
                <a:defRPr/>
              </a:pPr>
              <a:t>‹#›</a:t>
            </a:fld>
            <a:endParaRPr lang="en-US"/>
          </a:p>
        </p:txBody>
      </p:sp>
    </p:spTree>
    <p:extLst>
      <p:ext uri="{BB962C8B-B14F-4D97-AF65-F5344CB8AC3E}">
        <p14:creationId xmlns:p14="http://schemas.microsoft.com/office/powerpoint/2010/main" val="13601748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en.wikipedia.org/wiki/Cryptography"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en.wikipedia.org/wiki/Cryptographic_key" TargetMode="External"/><Relationship Id="rId4" Type="http://schemas.openxmlformats.org/officeDocument/2006/relationships/hyperlink" Target="http://en.wikipedia.org/wiki/Algorithm"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Estimated duration</a:t>
            </a:r>
            <a:r>
              <a:rPr lang="en-US" baseline="0" dirty="0" smtClean="0"/>
              <a:t> 00:55</a:t>
            </a:r>
          </a:p>
          <a:p>
            <a:endParaRPr lang="en-US" dirty="0" smtClean="0"/>
          </a:p>
          <a:p>
            <a:r>
              <a:rPr lang="en-US" dirty="0" smtClean="0"/>
              <a:t>Hello Everyone, how are you?</a:t>
            </a:r>
          </a:p>
          <a:p>
            <a:r>
              <a:rPr lang="en-US" dirty="0" smtClean="0"/>
              <a:t>I hope you are doing fine!</a:t>
            </a:r>
          </a:p>
          <a:p>
            <a:r>
              <a:rPr lang="en-US" dirty="0" smtClean="0"/>
              <a:t>Welcome to this new TDP session, I’m glad to see you again.</a:t>
            </a:r>
          </a:p>
          <a:p>
            <a:endParaRPr lang="en-US" dirty="0" smtClean="0"/>
          </a:p>
          <a:p>
            <a:r>
              <a:rPr lang="en-US" dirty="0" smtClean="0"/>
              <a:t>In this opportunity, I will bring</a:t>
            </a:r>
            <a:r>
              <a:rPr lang="en-US" baseline="0" dirty="0" smtClean="0"/>
              <a:t> you the VPN basics. I hope that you find it useful.</a:t>
            </a:r>
          </a:p>
          <a:p>
            <a:endParaRPr lang="en-US" baseline="0" dirty="0" smtClean="0"/>
          </a:p>
          <a:p>
            <a:r>
              <a:rPr lang="en-US" baseline="0" dirty="0" smtClean="0"/>
              <a:t>Before going forward I would like to thank you Daniel, Sabrina and all the TDP team for the excellent work they are doing. I totally recommend you to visit the TDP site and check the previous sessions. They are all very interesting and the knowledge level of the speakers is very high. Definitively the bar is set higher every year and that is thank you to the speakers and your feedback.</a:t>
            </a:r>
          </a:p>
          <a:p>
            <a:endParaRPr lang="en-US"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a:t>
            </a:fld>
            <a:endParaRPr lang="en-US"/>
          </a:p>
        </p:txBody>
      </p:sp>
    </p:spTree>
    <p:extLst>
      <p:ext uri="{BB962C8B-B14F-4D97-AF65-F5344CB8AC3E}">
        <p14:creationId xmlns:p14="http://schemas.microsoft.com/office/powerpoint/2010/main" val="2697163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Estimated duration</a:t>
            </a:r>
            <a:r>
              <a:rPr lang="en-US" baseline="0" dirty="0" smtClean="0"/>
              <a:t> 00:55</a:t>
            </a:r>
          </a:p>
          <a:p>
            <a:endParaRPr lang="en-US" dirty="0" smtClean="0"/>
          </a:p>
          <a:p>
            <a:r>
              <a:rPr lang="en-US" dirty="0" smtClean="0"/>
              <a:t>The agenda for today is the following:</a:t>
            </a:r>
          </a:p>
          <a:p>
            <a:r>
              <a:rPr lang="en-US" dirty="0" smtClean="0"/>
              <a:t>I will start explaining what</a:t>
            </a:r>
            <a:r>
              <a:rPr lang="en-US" baseline="0" dirty="0" smtClean="0"/>
              <a:t> a VPN is for later tell you what types of VPN are and which are the most commonly used.</a:t>
            </a:r>
          </a:p>
          <a:p>
            <a:endParaRPr lang="en-US" baseline="0" dirty="0" smtClean="0"/>
          </a:p>
          <a:p>
            <a:r>
              <a:rPr lang="en-US" baseline="0" dirty="0" smtClean="0"/>
              <a:t>After that introduction I will go in </a:t>
            </a:r>
            <a:r>
              <a:rPr lang="en-US" baseline="0" dirty="0" err="1" smtClean="0"/>
              <a:t>deepth</a:t>
            </a:r>
            <a:r>
              <a:rPr lang="en-US" baseline="0" dirty="0" smtClean="0"/>
              <a:t> into IPSec VPNs.</a:t>
            </a:r>
          </a:p>
          <a:p>
            <a:endParaRPr lang="en-US" dirty="0" smtClean="0"/>
          </a:p>
          <a:p>
            <a:r>
              <a:rPr lang="en-US" dirty="0" smtClean="0"/>
              <a:t>We will have</a:t>
            </a:r>
            <a:r>
              <a:rPr lang="en-US" baseline="0" dirty="0" smtClean="0"/>
              <a:t> a strong base of technical theory before moving to the LAB. </a:t>
            </a:r>
          </a:p>
          <a:p>
            <a:endParaRPr lang="en-US" baseline="0" dirty="0" smtClean="0"/>
          </a:p>
          <a:p>
            <a:r>
              <a:rPr lang="en-US" baseline="0" dirty="0" smtClean="0"/>
              <a:t>Once we finish the LAB ,we will have a troubleshooting space. And finally we will move to the Q&amp;As section.</a:t>
            </a:r>
          </a:p>
          <a:p>
            <a:endParaRPr lang="en-US" u="sng"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If you are thinking about having a coffee and grab something to eat, now it is the time</a:t>
            </a:r>
          </a:p>
          <a:p>
            <a:endParaRPr lang="en-US" u="sng"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a:t>
            </a:fld>
            <a:endParaRPr lang="en-US"/>
          </a:p>
        </p:txBody>
      </p:sp>
    </p:spTree>
    <p:extLst>
      <p:ext uri="{BB962C8B-B14F-4D97-AF65-F5344CB8AC3E}">
        <p14:creationId xmlns:p14="http://schemas.microsoft.com/office/powerpoint/2010/main" val="478619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3</a:t>
            </a:fld>
            <a:endParaRPr lang="en-US"/>
          </a:p>
        </p:txBody>
      </p:sp>
    </p:spTree>
    <p:extLst>
      <p:ext uri="{BB962C8B-B14F-4D97-AF65-F5344CB8AC3E}">
        <p14:creationId xmlns:p14="http://schemas.microsoft.com/office/powerpoint/2010/main" val="2727669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000" dirty="0" smtClean="0"/>
              <a:t>Estimated duration</a:t>
            </a:r>
            <a:r>
              <a:rPr lang="en-US" sz="1000" baseline="0" dirty="0" smtClean="0"/>
              <a:t> 00:40</a:t>
            </a:r>
          </a:p>
          <a:p>
            <a:endParaRPr lang="en-US" altLang="en-US" sz="1000" dirty="0" smtClean="0"/>
          </a:p>
          <a:p>
            <a:r>
              <a:rPr lang="en-US" altLang="en-US" sz="1000" dirty="0" smtClean="0"/>
              <a:t>What is a VPN?</a:t>
            </a:r>
          </a:p>
          <a:p>
            <a:r>
              <a:rPr lang="en-US" altLang="en-US" sz="1000" dirty="0" smtClean="0"/>
              <a:t>A VPN is a communication path between private sites via an</a:t>
            </a:r>
            <a:r>
              <a:rPr lang="en-US" altLang="en-US" sz="1000" baseline="0" dirty="0" smtClean="0"/>
              <a:t> </a:t>
            </a:r>
            <a:r>
              <a:rPr lang="en-US" altLang="en-US" sz="1000" dirty="0" smtClean="0"/>
              <a:t>untrusted network</a:t>
            </a:r>
          </a:p>
          <a:p>
            <a:r>
              <a:rPr lang="en-US" altLang="en-US" sz="1000" dirty="0" smtClean="0"/>
              <a:t>An</a:t>
            </a:r>
            <a:r>
              <a:rPr lang="en-US" altLang="en-US" sz="1000" baseline="0" dirty="0" smtClean="0"/>
              <a:t> untrusted network could be Internet, an ISP network, a customer network or an internal network without security.</a:t>
            </a:r>
          </a:p>
          <a:p>
            <a:r>
              <a:rPr lang="en-US" altLang="en-US" sz="1000" baseline="0" dirty="0" smtClean="0"/>
              <a:t>In a VPN, the original data is encapsulated, encrypted and a new VPN header is added and used for routing</a:t>
            </a:r>
          </a:p>
          <a:p>
            <a:endParaRPr lang="en-US" alt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000" baseline="0" dirty="0" smtClean="0"/>
              <a:t>Throughout this session I will use internet for referring to this untrusted network.</a:t>
            </a:r>
          </a:p>
          <a:p>
            <a:endParaRPr lang="en-US" altLang="en-US" sz="1000" baseline="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4</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5</a:t>
            </a:fld>
            <a:endParaRPr lang="en-US"/>
          </a:p>
        </p:txBody>
      </p:sp>
    </p:spTree>
    <p:extLst>
      <p:ext uri="{BB962C8B-B14F-4D97-AF65-F5344CB8AC3E}">
        <p14:creationId xmlns:p14="http://schemas.microsoft.com/office/powerpoint/2010/main" val="2995021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smtClean="0"/>
              <a:t>Estimated duration 00:10</a:t>
            </a:r>
          </a:p>
          <a:p>
            <a:pPr lvl="0"/>
            <a:r>
              <a:rPr lang="en-US" altLang="en-US" dirty="0" smtClean="0"/>
              <a:t>There are 2 types of VPNs.</a:t>
            </a:r>
            <a:r>
              <a:rPr lang="en-US" altLang="en-US" baseline="0" dirty="0" smtClean="0"/>
              <a:t> </a:t>
            </a:r>
            <a:r>
              <a:rPr lang="en-US" altLang="en-US" dirty="0" smtClean="0"/>
              <a:t>Site to site VPNs and Remote Access VPNs</a:t>
            </a:r>
          </a:p>
          <a:p>
            <a:pPr lvl="1"/>
            <a:endParaRPr lang="en-US" altLang="en-US"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6</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smtClean="0"/>
              <a:t>Estimated duration 01:15</a:t>
            </a:r>
          </a:p>
          <a:p>
            <a:pPr lvl="0"/>
            <a:r>
              <a:rPr lang="en-US" altLang="en-US" sz="1000" dirty="0" smtClean="0"/>
              <a:t>As </a:t>
            </a:r>
            <a:r>
              <a:rPr lang="en-US" altLang="en-US" sz="1000" dirty="0"/>
              <a:t>the name states, Site to site VPN connects two sites. </a:t>
            </a:r>
          </a:p>
          <a:p>
            <a:pPr lvl="0"/>
            <a:r>
              <a:rPr lang="en-US" altLang="en-US" sz="1000" dirty="0"/>
              <a:t>The VPN tunnel can be up permanently or can be generated on demand when traffic needs to flow to the remote site.</a:t>
            </a:r>
          </a:p>
          <a:p>
            <a:pPr lvl="0"/>
            <a:endParaRPr lang="en-US" altLang="en-US" sz="1000" dirty="0"/>
          </a:p>
          <a:p>
            <a:pPr lvl="0"/>
            <a:r>
              <a:rPr lang="en-US" altLang="en-US" sz="1000" dirty="0" smtClean="0"/>
              <a:t>In the picture you can see the original data from network A </a:t>
            </a:r>
            <a:r>
              <a:rPr lang="en-US" altLang="en-US" sz="1000" baseline="0" dirty="0" smtClean="0"/>
              <a:t>network B in site B in black.</a:t>
            </a:r>
          </a:p>
          <a:p>
            <a:pPr lvl="0"/>
            <a:endParaRPr lang="en-US" altLang="en-US" sz="1000" baseline="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The original data is encapsulated and encrypted on the VPN gateway with a new VPN Header. That VPN</a:t>
            </a:r>
            <a:r>
              <a:rPr lang="en-US" altLang="en-US" sz="1000" baseline="0" dirty="0" smtClean="0"/>
              <a:t> header is the green one in the picture and you can see that the original data is inside that new packet as payload data.</a:t>
            </a:r>
            <a:endParaRPr lang="en-US" altLang="en-US" sz="1000" dirty="0"/>
          </a:p>
          <a:p>
            <a:pPr lvl="0"/>
            <a:endParaRPr lang="en-US" altLang="en-US" sz="100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This </a:t>
            </a:r>
            <a:r>
              <a:rPr lang="en-US" altLang="en-US" sz="1000" dirty="0"/>
              <a:t>new </a:t>
            </a:r>
            <a:r>
              <a:rPr lang="en-US" altLang="en-US" sz="1000" dirty="0" smtClean="0"/>
              <a:t>VPN IP header </a:t>
            </a:r>
            <a:r>
              <a:rPr lang="en-US" altLang="en-US" sz="1000" dirty="0"/>
              <a:t>has the VPN peers as source/destination IP addresses, not the </a:t>
            </a:r>
            <a:r>
              <a:rPr lang="en-US" altLang="en-US" sz="1000" dirty="0" err="1" smtClean="0"/>
              <a:t>originalIPs</a:t>
            </a:r>
            <a:r>
              <a:rPr lang="en-US" altLang="en-US" sz="1000" dirty="0" smtClean="0"/>
              <a:t> (Green packet in the drawing). That </a:t>
            </a:r>
            <a:r>
              <a:rPr lang="en-US" altLang="en-US" sz="1000" dirty="0"/>
              <a:t>header is used to transport the information over the untrusted network until It reaches the remote VPN peer.</a:t>
            </a:r>
          </a:p>
          <a:p>
            <a:pPr lvl="0"/>
            <a:r>
              <a:rPr lang="en-US" altLang="en-US" sz="1000" dirty="0"/>
              <a:t>The remote VPN peer </a:t>
            </a:r>
            <a:r>
              <a:rPr lang="en-US" altLang="en-US" sz="1000" dirty="0" err="1" smtClean="0"/>
              <a:t>decapsulates</a:t>
            </a:r>
            <a:r>
              <a:rPr lang="en-US" altLang="en-US" sz="1000" dirty="0" smtClean="0"/>
              <a:t> and </a:t>
            </a:r>
            <a:r>
              <a:rPr lang="en-US" altLang="en-US" sz="1000" dirty="0" err="1" smtClean="0"/>
              <a:t>decripts</a:t>
            </a:r>
            <a:r>
              <a:rPr lang="en-US" altLang="en-US" sz="1000" dirty="0" smtClean="0"/>
              <a:t> </a:t>
            </a:r>
            <a:r>
              <a:rPr lang="en-US" altLang="en-US" sz="1000" dirty="0"/>
              <a:t>the packet and forwards the original data to the destination.</a:t>
            </a:r>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7</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Estimated duration 00:45</a:t>
            </a:r>
          </a:p>
          <a:p>
            <a:pPr lvl="0"/>
            <a:endParaRPr lang="en-US" altLang="en-US" sz="1000" dirty="0" smtClean="0"/>
          </a:p>
          <a:p>
            <a:pPr lvl="0"/>
            <a:r>
              <a:rPr lang="en-US" altLang="en-US" sz="1000" dirty="0" smtClean="0"/>
              <a:t>Remote</a:t>
            </a:r>
            <a:r>
              <a:rPr lang="en-US" altLang="en-US" sz="1000" baseline="0" dirty="0" smtClean="0"/>
              <a:t> Access VPN is used for provide access for remote users or systems to sites/systems. This scenario is similar to old remote dial-up scenarios.</a:t>
            </a:r>
          </a:p>
          <a:p>
            <a:pPr lvl="0"/>
            <a:r>
              <a:rPr lang="en-US" altLang="en-US" sz="1000" baseline="0" dirty="0" smtClean="0"/>
              <a:t>Users can be mobile users, desktop users, servers, </a:t>
            </a:r>
            <a:r>
              <a:rPr lang="en-US" altLang="en-US" sz="1000" baseline="0" dirty="0" err="1" smtClean="0"/>
              <a:t>etc</a:t>
            </a:r>
            <a:endParaRPr lang="en-US" altLang="en-US" sz="1000" baseline="0" dirty="0" smtClean="0"/>
          </a:p>
          <a:p>
            <a:pPr lvl="0"/>
            <a:endParaRPr lang="en-US" altLang="en-US" sz="1000" baseline="0" dirty="0" smtClean="0"/>
          </a:p>
          <a:p>
            <a:pPr lvl="0"/>
            <a:r>
              <a:rPr lang="en-US" altLang="en-US" sz="1000" dirty="0" smtClean="0"/>
              <a:t>This scenario it is most commonly used for mobile</a:t>
            </a:r>
            <a:r>
              <a:rPr lang="en-US" altLang="en-US" sz="1000" baseline="0" dirty="0" smtClean="0"/>
              <a:t> users.</a:t>
            </a:r>
          </a:p>
          <a:p>
            <a:pPr lvl="0"/>
            <a:r>
              <a:rPr lang="en-US" altLang="en-US" sz="1000" baseline="0" dirty="0" smtClean="0"/>
              <a:t>The user has a VPN client application installed on its PC and it is used to connect to the Main site for access to resources.</a:t>
            </a:r>
          </a:p>
          <a:p>
            <a:pPr lvl="0"/>
            <a:r>
              <a:rPr lang="en-US" altLang="en-US" sz="1000" baseline="0" dirty="0" smtClean="0"/>
              <a:t>The traffic towards the main site is encrypted in the same way as site to site VPN</a:t>
            </a:r>
          </a:p>
          <a:p>
            <a:pPr lvl="0"/>
            <a:endParaRPr lang="en-US" altLang="en-US" sz="1000" baseline="0" dirty="0" smtClean="0"/>
          </a:p>
          <a:p>
            <a:pPr lvl="0"/>
            <a:r>
              <a:rPr lang="en-US" altLang="en-US" sz="1000" baseline="0" dirty="0" smtClean="0"/>
              <a:t>This is how we connect to AT&amp;T network from our PC when doing home work.</a:t>
            </a:r>
            <a:endParaRPr lang="en-US" alt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8</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9</a:t>
            </a:fld>
            <a:endParaRPr lang="en-US"/>
          </a:p>
        </p:txBody>
      </p:sp>
    </p:spTree>
    <p:extLst>
      <p:ext uri="{BB962C8B-B14F-4D97-AF65-F5344CB8AC3E}">
        <p14:creationId xmlns:p14="http://schemas.microsoft.com/office/powerpoint/2010/main" val="2065076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smtClean="0"/>
              <a:t>Estimated duration 01:00</a:t>
            </a:r>
          </a:p>
          <a:p>
            <a:pPr lvl="0"/>
            <a:r>
              <a:rPr lang="en-US" altLang="en-US" sz="1000" dirty="0" smtClean="0"/>
              <a:t>There are a lot of VPN types</a:t>
            </a:r>
            <a:r>
              <a:rPr lang="en-US" altLang="en-US" sz="1000" baseline="0" dirty="0" smtClean="0"/>
              <a:t> used in the real life. The difference between them is how they </a:t>
            </a:r>
            <a:r>
              <a:rPr lang="en-US" altLang="en-US" sz="1000" baseline="0" dirty="0" err="1" smtClean="0"/>
              <a:t>encapulate</a:t>
            </a:r>
            <a:r>
              <a:rPr lang="en-US" altLang="en-US" sz="1000" baseline="0" dirty="0" smtClean="0"/>
              <a:t> and/or encrypt data and what kind of data can they manage, but the main operation idea is the same for all of them, provide a connection over untrusted networks.</a:t>
            </a:r>
          </a:p>
          <a:p>
            <a:pPr lvl="0"/>
            <a:r>
              <a:rPr lang="en-US" altLang="en-US" sz="1000" baseline="0" dirty="0" smtClean="0"/>
              <a:t>Here I mention some of the most commonly used VPNs. I will not get through in detail on each of them but I just mention them to give you an idea about on which layer they operate. </a:t>
            </a:r>
          </a:p>
          <a:p>
            <a:pPr lvl="0"/>
            <a:endParaRPr lang="en-US" altLang="en-US" sz="1000" baseline="0" dirty="0" smtClean="0"/>
          </a:p>
          <a:p>
            <a:pPr marL="342900" indent="-342900">
              <a:buClr>
                <a:schemeClr val="accent5"/>
              </a:buClr>
              <a:buSzPct val="120000"/>
              <a:buFont typeface="Arial" panose="020B0604020202020204" pitchFamily="34" charset="0"/>
              <a:buChar char="•"/>
            </a:pPr>
            <a:r>
              <a:rPr lang="en-US" sz="1000" spc="-30" dirty="0" smtClean="0">
                <a:solidFill>
                  <a:srgbClr val="666666"/>
                </a:solidFill>
                <a:cs typeface="Calibri"/>
              </a:rPr>
              <a:t>L2 VPNs</a:t>
            </a:r>
          </a:p>
          <a:p>
            <a:pPr marL="571500" lvl="2" indent="-342900">
              <a:buClr>
                <a:schemeClr val="accent3"/>
              </a:buClr>
              <a:buSzPct val="100000"/>
              <a:buFont typeface="Wingdings" panose="05000000000000000000" pitchFamily="2" charset="2"/>
              <a:buChar char="§"/>
            </a:pPr>
            <a:r>
              <a:rPr lang="en-US" sz="1000" spc="-30" dirty="0" smtClean="0">
                <a:solidFill>
                  <a:srgbClr val="666666"/>
                </a:solidFill>
                <a:cs typeface="Calibri"/>
              </a:rPr>
              <a:t>L2TP</a:t>
            </a:r>
          </a:p>
          <a:p>
            <a:pPr marL="571500" lvl="2" indent="-342900">
              <a:buClr>
                <a:schemeClr val="accent3"/>
              </a:buClr>
              <a:buSzPct val="100000"/>
              <a:buFont typeface="Wingdings" panose="05000000000000000000" pitchFamily="2" charset="2"/>
              <a:buChar char="§"/>
            </a:pPr>
            <a:r>
              <a:rPr lang="en-US" sz="1000" spc="-30" dirty="0" smtClean="0">
                <a:solidFill>
                  <a:srgbClr val="666666"/>
                </a:solidFill>
                <a:cs typeface="Calibri"/>
              </a:rPr>
              <a:t>MPLS VPN. VPLS</a:t>
            </a:r>
          </a:p>
          <a:p>
            <a:pPr marL="342900" indent="-342900">
              <a:buClr>
                <a:schemeClr val="accent5"/>
              </a:buClr>
              <a:buSzPct val="120000"/>
              <a:buFont typeface="Arial" panose="020B0604020202020204" pitchFamily="34" charset="0"/>
              <a:buChar char="•"/>
            </a:pPr>
            <a:r>
              <a:rPr lang="en-US" sz="1000" spc="-30" dirty="0" smtClean="0">
                <a:solidFill>
                  <a:srgbClr val="666666"/>
                </a:solidFill>
                <a:cs typeface="Calibri"/>
              </a:rPr>
              <a:t>L3 VPNs</a:t>
            </a:r>
          </a:p>
          <a:p>
            <a:pPr lvl="1">
              <a:spcAft>
                <a:spcPts val="800"/>
              </a:spcAft>
              <a:buClr>
                <a:schemeClr val="accent3"/>
              </a:buClr>
              <a:buSzPct val="100000"/>
              <a:buFont typeface="Wingdings" panose="05000000000000000000" pitchFamily="2" charset="2"/>
              <a:buChar char="§"/>
            </a:pPr>
            <a:r>
              <a:rPr lang="en-US" sz="1000" spc="-30" dirty="0" smtClean="0">
                <a:solidFill>
                  <a:srgbClr val="666666"/>
                </a:solidFill>
                <a:cs typeface="Calibri"/>
              </a:rPr>
              <a:t>IPSec</a:t>
            </a:r>
          </a:p>
          <a:p>
            <a:pPr lvl="1">
              <a:spcAft>
                <a:spcPts val="800"/>
              </a:spcAft>
              <a:buClr>
                <a:schemeClr val="accent3"/>
              </a:buClr>
              <a:buSzPct val="100000"/>
              <a:buFont typeface="Wingdings" panose="05000000000000000000" pitchFamily="2" charset="2"/>
              <a:buChar char="§"/>
            </a:pPr>
            <a:r>
              <a:rPr lang="en-US" sz="1000" spc="-30" dirty="0" smtClean="0">
                <a:solidFill>
                  <a:srgbClr val="666666"/>
                </a:solidFill>
                <a:cs typeface="Calibri"/>
              </a:rPr>
              <a:t>MPLS VPN. Routed</a:t>
            </a:r>
          </a:p>
          <a:p>
            <a:pPr lvl="1">
              <a:spcAft>
                <a:spcPts val="800"/>
              </a:spcAft>
              <a:buClr>
                <a:schemeClr val="accent3"/>
              </a:buClr>
              <a:buSzPct val="100000"/>
              <a:buFont typeface="Wingdings" panose="05000000000000000000" pitchFamily="2" charset="2"/>
              <a:buChar char="§"/>
            </a:pPr>
            <a:r>
              <a:rPr lang="en-US" sz="1000" spc="-30" dirty="0" smtClean="0">
                <a:solidFill>
                  <a:srgbClr val="666666"/>
                </a:solidFill>
                <a:cs typeface="Calibri"/>
              </a:rPr>
              <a:t>GRE</a:t>
            </a:r>
          </a:p>
          <a:p>
            <a:pPr marL="342900" indent="-342900">
              <a:buClr>
                <a:schemeClr val="accent5"/>
              </a:buClr>
              <a:buSzPct val="120000"/>
              <a:buFont typeface="Arial" panose="020B0604020202020204" pitchFamily="34" charset="0"/>
              <a:buChar char="•"/>
            </a:pPr>
            <a:r>
              <a:rPr lang="en-US" sz="1000" spc="-30" dirty="0" smtClean="0">
                <a:solidFill>
                  <a:srgbClr val="666666"/>
                </a:solidFill>
                <a:cs typeface="Calibri"/>
              </a:rPr>
              <a:t>L5/L6 VPNs</a:t>
            </a:r>
          </a:p>
          <a:p>
            <a:pPr marL="571500" lvl="2" indent="-342900">
              <a:buClr>
                <a:schemeClr val="accent3"/>
              </a:buClr>
              <a:buSzPct val="100000"/>
              <a:buFont typeface="Wingdings" panose="05000000000000000000" pitchFamily="2" charset="2"/>
              <a:buChar char="§"/>
            </a:pPr>
            <a:r>
              <a:rPr lang="en-US" sz="1000" spc="-30" dirty="0" smtClean="0">
                <a:solidFill>
                  <a:srgbClr val="666666"/>
                </a:solidFill>
                <a:cs typeface="Calibri"/>
              </a:rPr>
              <a:t>SSL-TLS</a:t>
            </a:r>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10</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a:t>
            </a:r>
            <a:r>
              <a:rPr lang="en-US" baseline="0" dirty="0" smtClean="0"/>
              <a:t> fasten your seat belts and take a deep breath because we will start with IP Sec.  </a:t>
            </a:r>
          </a:p>
          <a:p>
            <a:endParaRPr lang="en-US" baseline="0" dirty="0" smtClean="0"/>
          </a:p>
          <a:p>
            <a:endParaRPr lang="en-US" baseline="0" dirty="0" smtClean="0"/>
          </a:p>
          <a:p>
            <a:r>
              <a:rPr lang="en-US" dirty="0" smtClean="0"/>
              <a:t>Estimated duration 00:55</a:t>
            </a:r>
          </a:p>
          <a:p>
            <a:r>
              <a:rPr lang="en-US" dirty="0" smtClean="0"/>
              <a:t>Estimated duration 00:40</a:t>
            </a:r>
          </a:p>
          <a:p>
            <a:r>
              <a:rPr lang="en-US" dirty="0" smtClean="0"/>
              <a:t>Estimated duration 00:55</a:t>
            </a:r>
          </a:p>
          <a:p>
            <a:r>
              <a:rPr lang="en-US" dirty="0" smtClean="0"/>
              <a:t>Estimated duration 00:40</a:t>
            </a:r>
          </a:p>
          <a:p>
            <a:r>
              <a:rPr lang="en-US" dirty="0" smtClean="0"/>
              <a:t>Estimated duration 00:10</a:t>
            </a:r>
          </a:p>
          <a:p>
            <a:r>
              <a:rPr lang="en-US" dirty="0" smtClean="0"/>
              <a:t>Estimated duration 01:15</a:t>
            </a:r>
          </a:p>
          <a:p>
            <a:r>
              <a:rPr lang="en-US" dirty="0" smtClean="0"/>
              <a:t>Estimated duration 00:45</a:t>
            </a:r>
          </a:p>
          <a:p>
            <a:r>
              <a:rPr lang="en-US" dirty="0" smtClean="0"/>
              <a:t>Estimated duration 01:00</a:t>
            </a:r>
          </a:p>
          <a:p>
            <a:r>
              <a:rPr lang="en-US" dirty="0" smtClean="0"/>
              <a:t>Estimated</a:t>
            </a:r>
            <a:r>
              <a:rPr lang="en-US" baseline="0" dirty="0" smtClean="0"/>
              <a:t> total time so far: 7 minutes</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11</a:t>
            </a:fld>
            <a:endParaRPr lang="en-US"/>
          </a:p>
        </p:txBody>
      </p:sp>
    </p:spTree>
    <p:extLst>
      <p:ext uri="{BB962C8B-B14F-4D97-AF65-F5344CB8AC3E}">
        <p14:creationId xmlns:p14="http://schemas.microsoft.com/office/powerpoint/2010/main" val="368290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dirty="0" smtClean="0"/>
              <a:t>Estimated duration 02:45</a:t>
            </a:r>
          </a:p>
          <a:p>
            <a:r>
              <a:rPr lang="en-US" altLang="en-US" sz="1000" dirty="0"/>
              <a:t/>
            </a:r>
            <a:br>
              <a:rPr lang="en-US" altLang="en-US" sz="1000" dirty="0"/>
            </a:br>
            <a:r>
              <a:rPr lang="en-US" altLang="en-US" sz="1000" dirty="0"/>
              <a:t>IP Security (IPSec) is </a:t>
            </a:r>
            <a:r>
              <a:rPr lang="en-US" altLang="en-US" sz="1000" dirty="0" smtClean="0"/>
              <a:t>a protocol for </a:t>
            </a:r>
            <a:r>
              <a:rPr lang="en-US" altLang="en-US" sz="1000" dirty="0"/>
              <a:t>providing IP data security and integrity </a:t>
            </a:r>
            <a:r>
              <a:rPr lang="en-US" altLang="en-US" sz="1000" dirty="0" smtClean="0"/>
              <a:t>services for IPv4 and IPv6</a:t>
            </a:r>
          </a:p>
          <a:p>
            <a:endParaRPr lang="en-US" altLang="en-US" sz="1000" dirty="0" smtClean="0"/>
          </a:p>
          <a:p>
            <a:r>
              <a:rPr lang="en-US" altLang="en-US" sz="1000" dirty="0" smtClean="0"/>
              <a:t>It </a:t>
            </a:r>
            <a:r>
              <a:rPr lang="en-US" altLang="en-US" sz="1000" dirty="0"/>
              <a:t>is defined on RFC 2401 but as it uses many protocols for VPN </a:t>
            </a:r>
            <a:r>
              <a:rPr lang="en-US" altLang="en-US" sz="1000" dirty="0" smtClean="0"/>
              <a:t>establishment. </a:t>
            </a:r>
            <a:r>
              <a:rPr lang="en-US" altLang="en-US" sz="1000" dirty="0"/>
              <a:t>T</a:t>
            </a:r>
            <a:r>
              <a:rPr lang="en-US" altLang="en-US" sz="1000" dirty="0" smtClean="0"/>
              <a:t>here </a:t>
            </a:r>
            <a:r>
              <a:rPr lang="en-US" altLang="en-US" sz="1000" dirty="0"/>
              <a:t>are a lot of more RFCs for those</a:t>
            </a:r>
            <a:r>
              <a:rPr lang="en-US" altLang="en-US" sz="1000" dirty="0" smtClean="0"/>
              <a:t>.</a:t>
            </a:r>
          </a:p>
          <a:p>
            <a:r>
              <a:rPr lang="en-US" altLang="en-US" sz="1000" dirty="0" smtClean="0"/>
              <a:t>(like</a:t>
            </a:r>
            <a:r>
              <a:rPr lang="en-US" altLang="en-US" sz="1000" baseline="0" dirty="0" smtClean="0"/>
              <a:t> 2402, 2406, 2408, and so on)</a:t>
            </a:r>
          </a:p>
          <a:p>
            <a:endParaRPr lang="en-US" altLang="en-US" sz="1000" dirty="0"/>
          </a:p>
          <a:p>
            <a:r>
              <a:rPr lang="en-US" altLang="en-US" sz="1000" dirty="0"/>
              <a:t>Works at IP layer</a:t>
            </a:r>
          </a:p>
          <a:p>
            <a:endParaRPr lang="en-US" altLang="en-US" sz="1000" dirty="0" smtClean="0"/>
          </a:p>
          <a:p>
            <a:r>
              <a:rPr lang="en-US" altLang="en-US" sz="1000" dirty="0" smtClean="0"/>
              <a:t>Supports only unicast traffic. B</a:t>
            </a:r>
            <a:r>
              <a:rPr lang="en-US" sz="1000" dirty="0" smtClean="0"/>
              <a:t>ecause these services are provided at the IP layer, they can be used by any higher layer protocol, e.g., TCP, UDP, ICMP, BGP, etc.</a:t>
            </a:r>
          </a:p>
          <a:p>
            <a:endParaRPr lang="en-US" altLang="en-US" sz="1000" dirty="0" smtClean="0"/>
          </a:p>
          <a:p>
            <a:r>
              <a:rPr lang="en-US" altLang="en-US" sz="1000" dirty="0" smtClean="0"/>
              <a:t>It supports 2</a:t>
            </a:r>
            <a:r>
              <a:rPr lang="en-US" altLang="en-US" sz="1000" baseline="0" dirty="0" smtClean="0"/>
              <a:t> modes of operation: tunnel mode and transport mode</a:t>
            </a:r>
          </a:p>
          <a:p>
            <a:r>
              <a:rPr lang="en-US" altLang="en-US" sz="1000" baseline="0" dirty="0" smtClean="0"/>
              <a:t>Tunnel mode:</a:t>
            </a:r>
          </a:p>
          <a:p>
            <a:pPr marL="0" marR="0" lvl="1" indent="0" algn="l" defTabSz="914400" rtl="0" eaLnBrk="0" fontAlgn="base" latinLnBrk="0" hangingPunct="0">
              <a:lnSpc>
                <a:spcPct val="85000"/>
              </a:lnSpc>
              <a:spcBef>
                <a:spcPct val="30000"/>
              </a:spcBef>
              <a:spcAft>
                <a:spcPct val="0"/>
              </a:spcAft>
              <a:buClrTx/>
              <a:buSzTx/>
              <a:buFontTx/>
              <a:buNone/>
              <a:tabLst/>
              <a:defRPr/>
            </a:pPr>
            <a:r>
              <a:rPr lang="en-US" altLang="en-US" sz="1000" baseline="0" dirty="0" smtClean="0"/>
              <a:t>It protects the entire IP packet. I</a:t>
            </a:r>
            <a:r>
              <a:rPr lang="en-US" sz="1000" dirty="0" smtClean="0"/>
              <a:t>s most commonly used between gateways, or at an end-station to a gateway, the gateway acting as a proxy for the hosts behind it.</a:t>
            </a:r>
            <a:endParaRPr lang="en-US" altLang="zh-CN" sz="1000" dirty="0" smtClean="0">
              <a:ea typeface="宋体" pitchFamily="2" charset="-122"/>
            </a:endParaRPr>
          </a:p>
          <a:p>
            <a:endParaRPr lang="en-US" altLang="en-US" sz="1000" dirty="0" smtClean="0"/>
          </a:p>
          <a:p>
            <a:pPr>
              <a:lnSpc>
                <a:spcPct val="85000"/>
              </a:lnSpc>
            </a:pPr>
            <a:r>
              <a:rPr lang="en-US" sz="1000" dirty="0" smtClean="0"/>
              <a:t>In transport mode it provides protection primarily for upper layer protocols.</a:t>
            </a:r>
            <a:r>
              <a:rPr lang="en-US" sz="1000" baseline="0" dirty="0" smtClean="0"/>
              <a:t> </a:t>
            </a:r>
          </a:p>
          <a:p>
            <a:pPr>
              <a:lnSpc>
                <a:spcPct val="85000"/>
              </a:lnSpc>
            </a:pPr>
            <a:r>
              <a:rPr lang="en-US" sz="1000" dirty="0" smtClean="0"/>
              <a:t>When transport mode is used, IPSec encrypts only the IP payload,</a:t>
            </a:r>
            <a:r>
              <a:rPr lang="en-US" sz="1000" baseline="0" dirty="0" smtClean="0"/>
              <a:t> not the entire IP packet. I</a:t>
            </a:r>
            <a:r>
              <a:rPr lang="en-US" sz="1000" dirty="0" smtClean="0"/>
              <a:t>s used between end-stations or between an end-station and a gateway, if the gateway is being treated as a host.</a:t>
            </a:r>
          </a:p>
          <a:p>
            <a:pPr>
              <a:lnSpc>
                <a:spcPct val="85000"/>
              </a:lnSpc>
            </a:pPr>
            <a:endParaRPr lang="en-US" altLang="zh-CN" sz="1000" dirty="0" smtClean="0">
              <a:ea typeface="宋体" pitchFamily="2" charset="-122"/>
            </a:endParaRPr>
          </a:p>
          <a:p>
            <a:endParaRPr lang="en-US" altLang="en-US" sz="1000" dirty="0"/>
          </a:p>
          <a:p>
            <a:r>
              <a:rPr lang="en-US" altLang="en-US" sz="1000" dirty="0"/>
              <a:t>IPSec uses two protocols to provide traffic security </a:t>
            </a:r>
          </a:p>
          <a:p>
            <a:pPr lvl="1"/>
            <a:r>
              <a:rPr lang="en-US" altLang="en-US" sz="1000" dirty="0"/>
              <a:t>Encapsulation Security Payload </a:t>
            </a:r>
            <a:r>
              <a:rPr lang="en-US" altLang="en-US" sz="1000" dirty="0" smtClean="0"/>
              <a:t>– ESP</a:t>
            </a:r>
            <a:r>
              <a:rPr lang="en-US" altLang="en-US" sz="1000" dirty="0"/>
              <a:t>. </a:t>
            </a:r>
          </a:p>
          <a:p>
            <a:pPr lvl="1"/>
            <a:r>
              <a:rPr lang="en-US" altLang="en-US" sz="1000" dirty="0"/>
              <a:t>Authentication </a:t>
            </a:r>
            <a:r>
              <a:rPr lang="en-US" altLang="en-US" sz="1000" dirty="0" smtClean="0"/>
              <a:t>Header- AH</a:t>
            </a:r>
            <a:r>
              <a:rPr lang="en-US" altLang="en-US" sz="1000" dirty="0"/>
              <a:t>. </a:t>
            </a:r>
          </a:p>
          <a:p>
            <a:pPr>
              <a:lnSpc>
                <a:spcPct val="85000"/>
              </a:lnSpc>
            </a:pPr>
            <a:endParaRPr lang="en-US" altLang="zh-CN" sz="1000" dirty="0">
              <a:ea typeface="宋体" pitchFamily="2" charset="-122"/>
            </a:endParaRPr>
          </a:p>
          <a:p>
            <a:pPr lvl="1">
              <a:lnSpc>
                <a:spcPct val="85000"/>
              </a:lnSpc>
            </a:pPr>
            <a:r>
              <a:rPr lang="en-US" altLang="zh-CN" sz="1000" u="sng" dirty="0">
                <a:ea typeface="宋体" pitchFamily="2" charset="-122"/>
              </a:rPr>
              <a:t>ESP</a:t>
            </a:r>
          </a:p>
          <a:p>
            <a:pPr lvl="1">
              <a:lnSpc>
                <a:spcPct val="85000"/>
              </a:lnSpc>
            </a:pPr>
            <a:r>
              <a:rPr lang="en-US" altLang="en-US" sz="1000" dirty="0"/>
              <a:t>ESP encapsulates the entire IP packet and adds a new VPN IP </a:t>
            </a:r>
            <a:r>
              <a:rPr lang="en-US" altLang="en-US" sz="1000" dirty="0" smtClean="0"/>
              <a:t>header. It is defined </a:t>
            </a:r>
            <a:r>
              <a:rPr lang="en-US" altLang="en-US" sz="1000" dirty="0"/>
              <a:t>in RFC 2406</a:t>
            </a:r>
          </a:p>
          <a:p>
            <a:pPr lvl="1"/>
            <a:r>
              <a:rPr lang="en-US" altLang="en-US" sz="1000" dirty="0" smtClean="0"/>
              <a:t>IP Protocol </a:t>
            </a:r>
            <a:r>
              <a:rPr lang="en-US" altLang="en-US" sz="1000" dirty="0"/>
              <a:t>number 50</a:t>
            </a:r>
          </a:p>
          <a:p>
            <a:pPr lvl="1"/>
            <a:r>
              <a:rPr lang="en-US" altLang="en-US" sz="1000" dirty="0"/>
              <a:t>Provides</a:t>
            </a:r>
          </a:p>
          <a:p>
            <a:pPr lvl="2"/>
            <a:r>
              <a:rPr lang="en-US" altLang="en-US" sz="1000" dirty="0"/>
              <a:t>Data confidentiality</a:t>
            </a:r>
          </a:p>
          <a:p>
            <a:pPr lvl="2"/>
            <a:r>
              <a:rPr lang="en-US" altLang="en-US" sz="1000" dirty="0"/>
              <a:t>Data integrity</a:t>
            </a:r>
          </a:p>
          <a:p>
            <a:pPr lvl="2"/>
            <a:r>
              <a:rPr lang="en-US" altLang="en-US" sz="1000" dirty="0"/>
              <a:t>Data origin authentication</a:t>
            </a:r>
          </a:p>
          <a:p>
            <a:pPr lvl="2"/>
            <a:r>
              <a:rPr lang="en-US" altLang="en-US" sz="1000" dirty="0"/>
              <a:t>Anti-replay services</a:t>
            </a:r>
          </a:p>
          <a:p>
            <a:pPr lvl="1"/>
            <a:r>
              <a:rPr lang="en-US" altLang="en-US" sz="1000" dirty="0"/>
              <a:t>Can be used in tunnel and transport mode</a:t>
            </a:r>
          </a:p>
          <a:p>
            <a:pPr>
              <a:lnSpc>
                <a:spcPct val="85000"/>
              </a:lnSpc>
            </a:pPr>
            <a:endParaRPr lang="en-US" altLang="zh-CN" sz="1000" dirty="0">
              <a:ea typeface="宋体" pitchFamily="2" charset="-122"/>
            </a:endParaRPr>
          </a:p>
          <a:p>
            <a:pPr lvl="1">
              <a:lnSpc>
                <a:spcPct val="85000"/>
              </a:lnSpc>
            </a:pPr>
            <a:r>
              <a:rPr lang="en-US" altLang="zh-CN" sz="1000" u="sng" dirty="0">
                <a:ea typeface="宋体" pitchFamily="2" charset="-122"/>
              </a:rPr>
              <a:t>AH</a:t>
            </a:r>
          </a:p>
          <a:p>
            <a:pPr lvl="1">
              <a:lnSpc>
                <a:spcPct val="85000"/>
              </a:lnSpc>
            </a:pPr>
            <a:r>
              <a:rPr lang="en-US" altLang="en-US" sz="1000" dirty="0"/>
              <a:t>AH encapsulates the  payload of the IP packet and adds a new VPN IP header but uses the original IP header for routing</a:t>
            </a:r>
            <a:r>
              <a:rPr lang="en-US" altLang="en-US" sz="1000" dirty="0" smtClean="0"/>
              <a:t>. </a:t>
            </a:r>
            <a:r>
              <a:rPr lang="en-US" altLang="en-US" sz="1000" baseline="0" dirty="0" smtClean="0"/>
              <a:t>d</a:t>
            </a:r>
            <a:r>
              <a:rPr lang="en-US" altLang="en-US" sz="1000" dirty="0" smtClean="0"/>
              <a:t>efined </a:t>
            </a:r>
            <a:r>
              <a:rPr lang="en-US" altLang="en-US" sz="1000" dirty="0"/>
              <a:t>in RFC 2402</a:t>
            </a:r>
          </a:p>
          <a:p>
            <a:pPr lvl="1"/>
            <a:r>
              <a:rPr lang="en-US" altLang="en-US" sz="1000" dirty="0"/>
              <a:t>Protocol number 51</a:t>
            </a:r>
          </a:p>
          <a:p>
            <a:pPr lvl="1"/>
            <a:r>
              <a:rPr lang="en-US" altLang="en-US" sz="1000" dirty="0"/>
              <a:t>Provides</a:t>
            </a:r>
          </a:p>
          <a:p>
            <a:pPr lvl="2"/>
            <a:r>
              <a:rPr lang="en-US" altLang="en-US" sz="1000" dirty="0"/>
              <a:t>Data integrity</a:t>
            </a:r>
          </a:p>
          <a:p>
            <a:pPr lvl="2"/>
            <a:r>
              <a:rPr lang="en-US" altLang="en-US" sz="1000" dirty="0"/>
              <a:t>Data origin authentication</a:t>
            </a:r>
          </a:p>
          <a:p>
            <a:pPr lvl="2"/>
            <a:r>
              <a:rPr lang="en-US" altLang="en-US" sz="1000" dirty="0"/>
              <a:t>Anti-replay services</a:t>
            </a:r>
          </a:p>
          <a:p>
            <a:pPr lvl="1"/>
            <a:r>
              <a:rPr lang="en-US" altLang="en-US" sz="1000" dirty="0"/>
              <a:t>Can be used in tunnel and transport mode</a:t>
            </a:r>
          </a:p>
          <a:p>
            <a:pPr>
              <a:lnSpc>
                <a:spcPct val="85000"/>
              </a:lnSpc>
            </a:pPr>
            <a:endParaRPr lang="en-US" altLang="zh-CN" sz="1000" dirty="0">
              <a:ea typeface="宋体" pitchFamily="2" charset="-122"/>
            </a:endParaRPr>
          </a:p>
          <a:p>
            <a:pPr>
              <a:lnSpc>
                <a:spcPct val="85000"/>
              </a:lnSpc>
            </a:pPr>
            <a:r>
              <a:rPr lang="en-US" altLang="zh-CN" sz="1000" dirty="0" smtClean="0">
                <a:ea typeface="宋体" pitchFamily="2" charset="-122"/>
              </a:rPr>
              <a:t>Establishing</a:t>
            </a:r>
            <a:r>
              <a:rPr lang="en-US" altLang="zh-CN" sz="1000" baseline="0" dirty="0" smtClean="0">
                <a:ea typeface="宋体" pitchFamily="2" charset="-122"/>
              </a:rPr>
              <a:t> an IPSec session it is 2 phase process:</a:t>
            </a:r>
            <a:endParaRPr lang="en-US" altLang="zh-CN" sz="1000" dirty="0">
              <a:ea typeface="宋体" pitchFamily="2" charset="-122"/>
            </a:endParaRP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Phase 1: Establishes a secure connection channel for Phase 2 negotiations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Phase 2: Establishes a secure connection channel for IPSec secure</a:t>
            </a:r>
            <a:r>
              <a:rPr lang="en-US" sz="2400" spc="-30" baseline="0" dirty="0" smtClean="0">
                <a:solidFill>
                  <a:srgbClr val="666666"/>
                </a:solidFill>
                <a:cs typeface="Calibri"/>
              </a:rPr>
              <a:t> communication</a:t>
            </a:r>
            <a:endParaRPr lang="en-US" sz="2400" spc="-30" dirty="0" smtClean="0">
              <a:solidFill>
                <a:srgbClr val="666666"/>
              </a:solidFill>
              <a:cs typeface="Calibri"/>
            </a:endParaRPr>
          </a:p>
          <a:p>
            <a:pPr lvl="1"/>
            <a:endParaRPr lang="en-US" altLang="en-US" sz="1000" dirty="0"/>
          </a:p>
          <a:p>
            <a:pPr lvl="0"/>
            <a:endParaRPr lang="en-US" altLang="en-US" sz="1000"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12</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smtClean="0"/>
              <a:t>Estimated duration 01:15</a:t>
            </a:r>
          </a:p>
          <a:p>
            <a:pPr lvl="0"/>
            <a:endParaRPr lang="en-US" altLang="en-US" sz="1000" dirty="0" smtClean="0"/>
          </a:p>
          <a:p>
            <a:pPr lvl="0"/>
            <a:r>
              <a:rPr lang="en-US" altLang="en-US" sz="1000" dirty="0" smtClean="0"/>
              <a:t>A VPN is secure because private data is encapsulated, encrypted </a:t>
            </a:r>
            <a:r>
              <a:rPr lang="en-US" altLang="en-US" sz="1000" baseline="0" dirty="0" smtClean="0"/>
              <a:t>and sent to the remote peer for decryption/de capsulation.</a:t>
            </a:r>
          </a:p>
          <a:p>
            <a:pPr lvl="0"/>
            <a:r>
              <a:rPr lang="en-US" altLang="en-US" sz="1000" baseline="0" dirty="0" smtClean="0"/>
              <a:t>We will later see what encapsulation and encryption is.</a:t>
            </a:r>
          </a:p>
          <a:p>
            <a:pPr lvl="0"/>
            <a:endParaRPr lang="en-US" altLang="en-US" sz="10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There are four</a:t>
            </a:r>
            <a:r>
              <a:rPr lang="en-US" altLang="en-US" sz="1000" baseline="0" dirty="0" smtClean="0"/>
              <a:t> </a:t>
            </a:r>
            <a:r>
              <a:rPr lang="en-US" altLang="en-US" sz="1000" dirty="0" smtClean="0"/>
              <a:t>major concerns when sending private data over a public medium that IPSec addresses.</a:t>
            </a:r>
          </a:p>
          <a:p>
            <a:endParaRPr lang="en-US" altLang="en-US" sz="1000" dirty="0" smtClean="0"/>
          </a:p>
          <a:p>
            <a:endParaRPr lang="en-US" altLang="en-US" sz="1000" dirty="0" smtClean="0"/>
          </a:p>
          <a:p>
            <a:r>
              <a:rPr lang="en-US" sz="1000" u="sng" dirty="0" smtClean="0"/>
              <a:t>One is Anti-replay</a:t>
            </a:r>
            <a:r>
              <a:rPr lang="en-US" sz="1000" dirty="0" smtClean="0"/>
              <a:t> </a:t>
            </a:r>
            <a:br>
              <a:rPr lang="en-US" sz="1000" dirty="0" smtClean="0"/>
            </a:br>
            <a:r>
              <a:rPr lang="en-US" sz="1000" dirty="0" smtClean="0"/>
              <a:t>It</a:t>
            </a:r>
            <a:r>
              <a:rPr lang="en-US" sz="1000" baseline="0" dirty="0" smtClean="0"/>
              <a:t> </a:t>
            </a:r>
            <a:r>
              <a:rPr lang="en-US" sz="1000" dirty="0" smtClean="0"/>
              <a:t>Ensures the uniqueness of each IP packet. Anti-replay is also called replay prevention. Anti-replay ensures that data captured by an attacker cannot be reused or replayed to establish a session or gain information illegally.</a:t>
            </a:r>
            <a:endParaRPr lang="en-US" altLang="en-US" sz="1000" dirty="0" smtClean="0"/>
          </a:p>
          <a:p>
            <a:endParaRPr lang="en-US" altLang="en-US" sz="1000" dirty="0" smtClean="0"/>
          </a:p>
          <a:p>
            <a:pPr lvl="0"/>
            <a:r>
              <a:rPr lang="en-US" altLang="en-US" sz="1000" u="sng" dirty="0" smtClean="0"/>
              <a:t>Confidentiality</a:t>
            </a:r>
          </a:p>
          <a:p>
            <a:pPr lvl="0"/>
            <a:r>
              <a:rPr lang="en-US" altLang="en-US" sz="1000" dirty="0" smtClean="0"/>
              <a:t>Keep data secure and hidden (using Encryption). </a:t>
            </a:r>
            <a:r>
              <a:rPr lang="en-US" sz="1000" dirty="0" smtClean="0"/>
              <a:t>Ensures that data is only disclosed to intended recipients.</a:t>
            </a:r>
          </a:p>
          <a:p>
            <a:pPr lvl="1"/>
            <a:endParaRPr lang="en-US" altLang="en-US" sz="1000" dirty="0" smtClean="0"/>
          </a:p>
          <a:p>
            <a:pPr lvl="0"/>
            <a:r>
              <a:rPr lang="en-US" altLang="en-US" sz="1000" u="sng" dirty="0" smtClean="0"/>
              <a:t>Integrity</a:t>
            </a:r>
          </a:p>
          <a:p>
            <a:pPr lvl="0"/>
            <a:r>
              <a:rPr lang="en-US" altLang="en-US" sz="1000" dirty="0" smtClean="0"/>
              <a:t>Ensure data hasn’t been changed. </a:t>
            </a:r>
            <a:r>
              <a:rPr lang="en-US" sz="1000" dirty="0" smtClean="0"/>
              <a:t>Protects data from unauthorized modification in transit, ensuring that the data received is exactly the same as the data sent.</a:t>
            </a:r>
          </a:p>
          <a:p>
            <a:pPr lvl="1"/>
            <a:endParaRPr lang="en-US" altLang="en-US" sz="1000" dirty="0" smtClean="0"/>
          </a:p>
          <a:p>
            <a:pPr lvl="0"/>
            <a:r>
              <a:rPr lang="en-US" altLang="en-US" sz="1000" u="sng" dirty="0" smtClean="0"/>
              <a:t>Authentication</a:t>
            </a:r>
          </a:p>
          <a:p>
            <a:pPr lvl="0"/>
            <a:r>
              <a:rPr lang="en-US" altLang="en-US" sz="1000" dirty="0" smtClean="0"/>
              <a:t>Verifies if  did the</a:t>
            </a:r>
            <a:r>
              <a:rPr lang="en-US" altLang="en-US" sz="1000" baseline="0" dirty="0" smtClean="0"/>
              <a:t> traffic </a:t>
            </a:r>
            <a:r>
              <a:rPr lang="en-US" altLang="en-US" sz="1000" dirty="0" smtClean="0"/>
              <a:t>really come from the advertised source?</a:t>
            </a:r>
          </a:p>
          <a:p>
            <a:pPr lvl="0"/>
            <a:r>
              <a:rPr lang="en-US" sz="1000" dirty="0" smtClean="0"/>
              <a:t>Verifies that a message could only have been sent from a computer that has knowledge of the authentication</a:t>
            </a:r>
            <a:r>
              <a:rPr lang="en-US" sz="1000" baseline="0" dirty="0" smtClean="0"/>
              <a:t> key</a:t>
            </a:r>
            <a:endParaRPr lang="en-US" sz="1000" dirty="0" smtClean="0"/>
          </a:p>
          <a:p>
            <a:pPr lvl="1"/>
            <a:endParaRPr lang="en-US" altLang="en-US" sz="1000" dirty="0" smtClean="0"/>
          </a:p>
          <a:p>
            <a:pPr lvl="0"/>
            <a:r>
              <a:rPr lang="en-US" altLang="en-US" sz="1000" dirty="0" smtClean="0"/>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000" dirty="0" smtClean="0"/>
              <a:t>The set of security services offered includes access control, connectionless integrity, data origin authentication, protection against replays (a form of partial sequence integrity), confidentiality (encryption), and limited traffic flow confidentiality.</a:t>
            </a:r>
          </a:p>
          <a:p>
            <a:pPr lvl="0"/>
            <a:endParaRPr lang="en-US" altLang="en-US" sz="1000" dirty="0" smtClean="0"/>
          </a:p>
          <a:p>
            <a:pPr lvl="1"/>
            <a:endParaRPr lang="en-US" alt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13</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Estimated duration 01:45</a:t>
            </a:r>
          </a:p>
          <a:p>
            <a:endParaRPr lang="en-US" sz="1000" dirty="0" smtClean="0"/>
          </a:p>
          <a:p>
            <a:r>
              <a:rPr lang="en-US" sz="1000" dirty="0" smtClean="0"/>
              <a:t>In</a:t>
            </a:r>
            <a:r>
              <a:rPr lang="en-US" sz="1000" baseline="0" dirty="0" smtClean="0"/>
              <a:t> this diagram you can see how the IP packet is modified on each IPSec mode usage.</a:t>
            </a:r>
          </a:p>
          <a:p>
            <a:endParaRPr lang="en-US" sz="1000" dirty="0" smtClean="0"/>
          </a:p>
          <a:p>
            <a:endParaRPr lang="en-US" sz="1000" dirty="0" smtClean="0"/>
          </a:p>
          <a:p>
            <a:r>
              <a:rPr lang="en-US" sz="1000" dirty="0" smtClean="0"/>
              <a:t>AH in transport</a:t>
            </a:r>
            <a:r>
              <a:rPr lang="en-US" sz="1000" baseline="0" dirty="0" smtClean="0"/>
              <a:t> mode only adds a new authentication header after the IP header.</a:t>
            </a:r>
          </a:p>
          <a:p>
            <a:endParaRPr lang="en-US" sz="1000" baseline="0" dirty="0" smtClean="0"/>
          </a:p>
          <a:p>
            <a:r>
              <a:rPr lang="en-US" sz="1000" baseline="0" dirty="0" smtClean="0"/>
              <a:t>In tunnel mode, AH signs the entire IP packet.</a:t>
            </a:r>
          </a:p>
          <a:p>
            <a:r>
              <a:rPr lang="en-US" sz="1000" baseline="0" dirty="0" smtClean="0"/>
              <a:t>  </a:t>
            </a:r>
          </a:p>
          <a:p>
            <a:r>
              <a:rPr lang="en-US" sz="1000" baseline="0" dirty="0" smtClean="0"/>
              <a:t>-----But not all the IP header fields. There are some fields that need to change like TTL and </a:t>
            </a:r>
            <a:r>
              <a:rPr lang="en-US" sz="1000" baseline="0" dirty="0" err="1" smtClean="0"/>
              <a:t>ToS</a:t>
            </a:r>
            <a:r>
              <a:rPr lang="en-US" sz="1000" baseline="0" dirty="0" smtClean="0"/>
              <a:t>.</a:t>
            </a:r>
          </a:p>
          <a:p>
            <a:endParaRPr 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baseline="0" dirty="0" smtClean="0"/>
              <a:t>Both AH modes are most used for integrity checks to verify that the IP packet was not modified.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baseline="0" dirty="0" smtClean="0"/>
              <a:t>ESP in transport mode only encapsulates the IP payload in an ESP header/trailer</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0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baseline="0" dirty="0" smtClean="0"/>
              <a:t>ESP in tunnel mode encapsulates and encrypts the IP payload and also Signs the entire ESP header plus the IP payload</a:t>
            </a:r>
          </a:p>
          <a:p>
            <a:endParaRPr lang="en-US" sz="1000" dirty="0" smtClean="0"/>
          </a:p>
          <a:p>
            <a:endParaRPr lang="en-US" sz="10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dirty="0" smtClean="0"/>
              <a:t>Encapsulation is the process of taking a data and add it into a new format</a:t>
            </a:r>
            <a:r>
              <a:rPr lang="en-US" sz="1000" baseline="0" dirty="0" smtClean="0"/>
              <a:t> data format</a:t>
            </a:r>
            <a:endParaRPr lang="en-US" sz="10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dirty="0" smtClean="0"/>
              <a:t>Lets</a:t>
            </a:r>
            <a:r>
              <a:rPr lang="en-US" sz="1000" baseline="0" dirty="0" smtClean="0"/>
              <a:t> take the example of ESP protocol mode. ESP takes the original IP payload and adds it into a new ESP header and trailer. The IP addresses of the original IP header (who are the ones who belong to the end hosts)  are now on the ESP header. The IP header IP addresses are new IP addresses of the VPN peers.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000" baseline="0" dirty="0" smtClean="0"/>
              <a:t>When a devices receives the entire IP packet, it processes first at IP layer, removes the IP header and then process the ESP header for later examine the original IP payload. </a:t>
            </a:r>
            <a:endParaRPr lang="en-US" sz="1000"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14</a:t>
            </a:fld>
            <a:endParaRPr lang="en-US"/>
          </a:p>
        </p:txBody>
      </p:sp>
    </p:spTree>
    <p:extLst>
      <p:ext uri="{BB962C8B-B14F-4D97-AF65-F5344CB8AC3E}">
        <p14:creationId xmlns:p14="http://schemas.microsoft.com/office/powerpoint/2010/main" val="3629942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2995">
              <a:defRPr/>
            </a:pPr>
            <a:r>
              <a:rPr lang="en-US" sz="1000" dirty="0" smtClean="0"/>
              <a:t>Estimated duration 05:00</a:t>
            </a:r>
          </a:p>
          <a:p>
            <a:pPr defTabSz="922995">
              <a:defRPr/>
            </a:pPr>
            <a:r>
              <a:rPr lang="en-US" sz="1000" dirty="0" smtClean="0"/>
              <a:t>As I</a:t>
            </a:r>
            <a:r>
              <a:rPr lang="en-US" sz="1000" baseline="0" dirty="0" smtClean="0"/>
              <a:t> told you before, for establishing an IPSec VPN tunnel we need to configure 2 phases.</a:t>
            </a:r>
          </a:p>
          <a:p>
            <a:pPr defTabSz="922995">
              <a:defRPr/>
            </a:pPr>
            <a:r>
              <a:rPr lang="en-US" spc="-30" dirty="0" smtClean="0">
                <a:solidFill>
                  <a:srgbClr val="666666"/>
                </a:solidFill>
                <a:cs typeface="Calibri"/>
              </a:rPr>
              <a:t>Phase 1: Establishes a secure connection channel for Phase 2 negotiations</a:t>
            </a:r>
          </a:p>
          <a:p>
            <a:pPr defTabSz="922995">
              <a:defRPr/>
            </a:pPr>
            <a:endParaRPr lang="en-US" spc="-30" dirty="0" smtClean="0">
              <a:solidFill>
                <a:srgbClr val="666666"/>
              </a:solidFill>
              <a:cs typeface="Calibri"/>
            </a:endParaRPr>
          </a:p>
          <a:p>
            <a:pPr defTabSz="922995">
              <a:defRPr/>
            </a:pPr>
            <a:r>
              <a:rPr lang="en-US" spc="-30" dirty="0" smtClean="0">
                <a:solidFill>
                  <a:srgbClr val="666666"/>
                </a:solidFill>
                <a:cs typeface="Calibri"/>
              </a:rPr>
              <a:t>Phase 1 builds on ISAKMP and OAKLEY protocols</a:t>
            </a:r>
          </a:p>
          <a:p>
            <a:pPr defTabSz="922995">
              <a:defRPr/>
            </a:pPr>
            <a:r>
              <a:rPr lang="en-US" sz="1000" dirty="0" smtClean="0"/>
              <a:t>(ISAKMP) The Internet Security Association and Key Management Protocol defines the procedures and packet formats to establish, negotiate, modify and delete Security Associations (SA)</a:t>
            </a:r>
          </a:p>
          <a:p>
            <a:pPr defTabSz="922995">
              <a:defRPr/>
            </a:pPr>
            <a:r>
              <a:rPr lang="en-US" altLang="en-US" sz="1000" dirty="0" smtClean="0"/>
              <a:t>This is needed because</a:t>
            </a:r>
            <a:r>
              <a:rPr lang="en-US" altLang="en-US" sz="1000" baseline="0" dirty="0" smtClean="0"/>
              <a:t> in a VPN there is a lot of background work related to key generation and management that it is complex to configure if you want to do it manually.</a:t>
            </a:r>
            <a:endParaRPr lang="en-US" altLang="en-US" sz="1000" dirty="0" smtClean="0"/>
          </a:p>
          <a:p>
            <a:pPr defTabSz="922995">
              <a:defRPr/>
            </a:pPr>
            <a:endParaRPr lang="en-US" altLang="en-US" sz="1000" dirty="0" smtClean="0"/>
          </a:p>
          <a:p>
            <a:pPr defTabSz="922995">
              <a:defRPr/>
            </a:pPr>
            <a:r>
              <a:rPr lang="en-US" sz="1000" dirty="0" smtClean="0"/>
              <a:t>ISAKMP formats provide a consistent framework for transferring key and authentication data which is independent of the key generation technique, encryption algorithm and authentication mechanism.</a:t>
            </a:r>
          </a:p>
          <a:p>
            <a:pPr defTabSz="922995">
              <a:defRPr/>
            </a:pPr>
            <a:r>
              <a:rPr lang="en-US" sz="1000" dirty="0" smtClean="0"/>
              <a:t>ISAKMP cleanly separate the details of security association management (and key management) from the details of key exchange.</a:t>
            </a:r>
          </a:p>
          <a:p>
            <a:pPr defTabSz="922995">
              <a:defRPr/>
            </a:pPr>
            <a:r>
              <a:rPr lang="en-US" sz="1000" dirty="0" smtClean="0"/>
              <a:t>There may be many different key exchange protocols, each with different security properties. However, a common framework is required for agreeing to the format of SA attributes, and for negotiating, modifying, and deleting SAs. ISAKMP serves as this common framework.</a:t>
            </a:r>
          </a:p>
          <a:p>
            <a:pPr defTabSz="922995">
              <a:defRPr/>
            </a:pPr>
            <a:endParaRPr lang="en-US" altLang="en-US" sz="1000" dirty="0" smtClean="0"/>
          </a:p>
          <a:p>
            <a:r>
              <a:rPr lang="en-US" sz="1000" dirty="0" smtClean="0"/>
              <a:t>A Security Association (SA) is a relationship between two or more entities that describes how the entities will utilize security services to communicate securely</a:t>
            </a:r>
            <a:endParaRPr lang="en-US" altLang="en-US" sz="1000" dirty="0" smtClean="0"/>
          </a:p>
          <a:p>
            <a:r>
              <a:rPr lang="en-US" sz="1000" dirty="0" smtClean="0"/>
              <a:t>A security association (SA) is a set of policy and key(s) used to protect information. The ISAKMP SA is the shared policy and key(s) used by the negotiating peers in this protocol to protect their communication</a:t>
            </a:r>
            <a:endParaRPr lang="en-US" altLang="en-US" sz="1000" dirty="0" smtClean="0"/>
          </a:p>
          <a:p>
            <a:pPr defTabSz="922995">
              <a:defRPr/>
            </a:pPr>
            <a:endParaRPr lang="en-US" altLang="en-US" sz="1000" dirty="0" smtClean="0"/>
          </a:p>
          <a:p>
            <a:pPr defTabSz="922995">
              <a:defRPr/>
            </a:pPr>
            <a:endParaRPr lang="en-US" altLang="en-US" sz="1000" dirty="0" smtClean="0"/>
          </a:p>
          <a:p>
            <a:pPr defTabSz="922995">
              <a:defRPr/>
            </a:pPr>
            <a:r>
              <a:rPr lang="en-US" altLang="en-US" sz="1000" dirty="0" smtClean="0"/>
              <a:t>Phase</a:t>
            </a:r>
            <a:r>
              <a:rPr lang="en-US" altLang="en-US" sz="1000" baseline="0" dirty="0" smtClean="0"/>
              <a:t> 1 uses </a:t>
            </a:r>
            <a:r>
              <a:rPr lang="en-US" altLang="en-US" sz="1000" dirty="0" smtClean="0"/>
              <a:t>Internet </a:t>
            </a:r>
            <a:r>
              <a:rPr lang="en-US" altLang="en-US" sz="1000" dirty="0"/>
              <a:t>Key Exchange (IKE</a:t>
            </a:r>
            <a:r>
              <a:rPr lang="en-US" altLang="en-US" sz="1000" dirty="0" smtClean="0"/>
              <a:t>) protocol</a:t>
            </a:r>
            <a:r>
              <a:rPr lang="en-US" altLang="en-US" sz="1000" baseline="0" dirty="0" smtClean="0"/>
              <a:t> </a:t>
            </a:r>
            <a:r>
              <a:rPr lang="en-US" sz="1000" dirty="0" smtClean="0"/>
              <a:t>to negotiate, and provide authenticated keying material for, security associations in a protected manner. IKE uses </a:t>
            </a:r>
            <a:r>
              <a:rPr lang="en-US" sz="1000" dirty="0" err="1" smtClean="0"/>
              <a:t>udp</a:t>
            </a:r>
            <a:r>
              <a:rPr lang="en-US" sz="1000" dirty="0" smtClean="0"/>
              <a:t> protocol 500</a:t>
            </a:r>
          </a:p>
          <a:p>
            <a:pPr defTabSz="922995">
              <a:defRPr/>
            </a:pPr>
            <a:endParaRPr lang="en-US" altLang="en-US" sz="1000" baseline="0" dirty="0" smtClean="0"/>
          </a:p>
          <a:p>
            <a:pPr defTabSz="922995"/>
            <a:r>
              <a:rPr lang="en-US" sz="1000" dirty="0" smtClean="0"/>
              <a:t>Phase 1 is where the two ISAKMP peers establish a secure, authenticated channel with which to communicate. This is called the ISAKMP Security Association (SA)</a:t>
            </a:r>
          </a:p>
          <a:p>
            <a:r>
              <a:rPr lang="en-US" altLang="en-US" sz="1000" dirty="0" smtClean="0"/>
              <a:t>Establishes Security Associations for Phase 2 negotiated</a:t>
            </a:r>
            <a:r>
              <a:rPr lang="en-US" altLang="en-US" sz="1000" baseline="0" dirty="0" smtClean="0"/>
              <a:t> services</a:t>
            </a:r>
            <a:endParaRPr lang="en-US" altLang="en-US" sz="1000" dirty="0" smtClean="0"/>
          </a:p>
          <a:p>
            <a:endParaRPr lang="en-US" sz="1000" dirty="0" smtClean="0"/>
          </a:p>
          <a:p>
            <a:r>
              <a:rPr lang="en-US" sz="1000" dirty="0" smtClean="0"/>
              <a:t>The ISAKMP SA is bi-directional. That is, once established, either party may initiate Phase 2 negotiations</a:t>
            </a:r>
            <a:endParaRPr lang="en-US" altLang="en-US" sz="1000" dirty="0" smtClean="0"/>
          </a:p>
          <a:p>
            <a:endParaRPr lang="en-US" altLang="en-US" sz="1000" dirty="0" smtClean="0"/>
          </a:p>
          <a:p>
            <a:pPr lvl="0"/>
            <a:r>
              <a:rPr lang="en-AU" altLang="en-US" sz="1000" dirty="0" smtClean="0"/>
              <a:t>Main mode: in main mode the initiator and the requester exchanges 6 messages before</a:t>
            </a:r>
            <a:r>
              <a:rPr lang="en-AU" altLang="en-US" sz="1000" baseline="0" dirty="0" smtClean="0"/>
              <a:t> having a established SA </a:t>
            </a:r>
            <a:endParaRPr lang="en-AU" altLang="en-US" sz="1000" dirty="0"/>
          </a:p>
          <a:p>
            <a:pPr lvl="0"/>
            <a:r>
              <a:rPr lang="en-AU" altLang="en-US" sz="1000" dirty="0"/>
              <a:t>Aggressive mode: </a:t>
            </a:r>
            <a:r>
              <a:rPr lang="en-AU" altLang="en-US" sz="1000" dirty="0" smtClean="0"/>
              <a:t>: in Aggressive mode the initiator and the requester exchanges 3 messages before</a:t>
            </a:r>
            <a:r>
              <a:rPr lang="en-AU" altLang="en-US" sz="1000" baseline="0" dirty="0" smtClean="0"/>
              <a:t> having a established SA </a:t>
            </a:r>
          </a:p>
          <a:p>
            <a:pPr lvl="0"/>
            <a:endParaRPr lang="en-AU" altLang="en-US" sz="1000" baseline="0" dirty="0" smtClean="0"/>
          </a:p>
          <a:p>
            <a:pPr lvl="0"/>
            <a:r>
              <a:rPr lang="en-AU" altLang="en-US" sz="1000" baseline="0" dirty="0" smtClean="0"/>
              <a:t>Main mode is more secure than aggressive mode</a:t>
            </a:r>
          </a:p>
          <a:p>
            <a:pPr lvl="0"/>
            <a:r>
              <a:rPr lang="en-US" altLang="en-US" sz="1000" dirty="0" smtClean="0"/>
              <a:t>Main mode – used when both tunnel peers have static IP addresses configured</a:t>
            </a:r>
          </a:p>
          <a:p>
            <a:pPr lvl="0"/>
            <a:r>
              <a:rPr lang="en-US" altLang="en-US" sz="1000" dirty="0" smtClean="0"/>
              <a:t>Aggressive mode – used when one tunnel peer has a dynamically-assigned IP address</a:t>
            </a:r>
          </a:p>
          <a:p>
            <a:pPr lvl="0"/>
            <a:endParaRPr lang="en-AU" altLang="en-US" sz="1000" dirty="0" smtClean="0"/>
          </a:p>
          <a:p>
            <a:pPr defTabSz="922995"/>
            <a:r>
              <a:rPr lang="en-US" sz="1000" dirty="0" smtClean="0"/>
              <a:t>To sum up,</a:t>
            </a:r>
            <a:r>
              <a:rPr lang="en-US" sz="1000" baseline="0" dirty="0" smtClean="0"/>
              <a:t> </a:t>
            </a:r>
            <a:r>
              <a:rPr lang="en-US" sz="1000" dirty="0" smtClean="0"/>
              <a:t>Phase 1 is IKE where you start things out...</a:t>
            </a:r>
          </a:p>
          <a:p>
            <a:pPr defTabSz="922995"/>
            <a:r>
              <a:rPr lang="en-US" sz="1000" dirty="0" smtClean="0"/>
              <a:t>You will configure the encryption algorithm,</a:t>
            </a:r>
            <a:r>
              <a:rPr lang="en-US" sz="1000" baseline="0" dirty="0" smtClean="0"/>
              <a:t> the integrity hash, the </a:t>
            </a:r>
            <a:r>
              <a:rPr lang="en-US" sz="1000" baseline="0" dirty="0" err="1" smtClean="0"/>
              <a:t>diffie-hellkman</a:t>
            </a:r>
            <a:r>
              <a:rPr lang="en-US" sz="1000" baseline="0" dirty="0" smtClean="0"/>
              <a:t> group, the timeout and the authentication mode.</a:t>
            </a:r>
          </a:p>
          <a:p>
            <a:pPr defTabSz="922995"/>
            <a:r>
              <a:rPr lang="en-US" sz="1000" baseline="0" dirty="0" smtClean="0"/>
              <a:t>We will see all those parameters options later.</a:t>
            </a:r>
          </a:p>
          <a:p>
            <a:pPr defTabSz="922995"/>
            <a:endParaRPr lang="en-US" sz="1000" dirty="0" smtClean="0"/>
          </a:p>
          <a:p>
            <a:pPr defTabSz="922995"/>
            <a:r>
              <a:rPr lang="en-US" sz="1000" dirty="0" smtClean="0"/>
              <a:t>You can define many</a:t>
            </a:r>
            <a:r>
              <a:rPr lang="en-US" sz="1000" baseline="0" dirty="0" smtClean="0"/>
              <a:t> Phase 1 policies in the sender and all will be sent to the receiver, but it will only choose one.</a:t>
            </a:r>
            <a:endParaRPr lang="en-US" sz="1000" dirty="0" smtClean="0"/>
          </a:p>
          <a:p>
            <a:pPr defTabSz="922995"/>
            <a:endParaRPr lang="en-US" sz="1000" dirty="0" smtClean="0"/>
          </a:p>
          <a:p>
            <a:pPr defTabSz="922995"/>
            <a:r>
              <a:rPr lang="en-US" sz="1000" dirty="0" smtClean="0"/>
              <a:t>-------------------------------------------------------------------------------------------------------------------------------------------</a:t>
            </a:r>
          </a:p>
          <a:p>
            <a:pPr defTabSz="922995"/>
            <a:r>
              <a:rPr lang="en-US" sz="1000" dirty="0" err="1" smtClean="0"/>
              <a:t>Adicional</a:t>
            </a:r>
            <a:r>
              <a:rPr lang="en-US" sz="1000" baseline="0" dirty="0" smtClean="0"/>
              <a:t> para mi</a:t>
            </a:r>
            <a:endParaRPr lang="en-US" sz="1000" dirty="0" smtClean="0"/>
          </a:p>
          <a:p>
            <a:endParaRPr lang="en-US" altLang="en-US" sz="1000" dirty="0" smtClean="0"/>
          </a:p>
          <a:p>
            <a:r>
              <a:rPr lang="en-US" altLang="en-US" sz="1000" dirty="0" smtClean="0"/>
              <a:t>--------------------------------------------------------------------------------------------------------------------------</a:t>
            </a:r>
          </a:p>
          <a:p>
            <a:pPr lvl="0"/>
            <a:r>
              <a:rPr lang="en-US" altLang="en-US" sz="1000" dirty="0" smtClean="0"/>
              <a:t>Negotiates proposals containing encryption and authentication algorithms</a:t>
            </a:r>
          </a:p>
          <a:p>
            <a:pPr lvl="0"/>
            <a:r>
              <a:rPr lang="en-US" altLang="en-US" sz="1000" dirty="0" smtClean="0"/>
              <a:t>Creates Encryption and Authentication Keys automatically which provides ability to be re-keyed frequently</a:t>
            </a:r>
          </a:p>
          <a:p>
            <a:pPr lvl="0"/>
            <a:r>
              <a:rPr lang="en-AU" altLang="en-US" sz="1000" dirty="0" smtClean="0"/>
              <a:t>Provides gateway identity function</a:t>
            </a:r>
          </a:p>
          <a:p>
            <a:pPr defTabSz="922995"/>
            <a:endParaRPr lang="en-US" sz="1000" dirty="0" smtClean="0"/>
          </a:p>
          <a:p>
            <a:pPr defTabSz="922995"/>
            <a:endParaRPr lang="en-US" sz="1000" dirty="0" smtClean="0"/>
          </a:p>
          <a:p>
            <a:pPr defTabSz="922995"/>
            <a:r>
              <a:rPr lang="en-US" sz="1000" dirty="0" smtClean="0"/>
              <a:t>After the basic set of security attributes has been agreed upon, initial identity authenticated, and required keys generated, the established SA can be used for subsequent communications by the entity that invoked ISAKMP.</a:t>
            </a:r>
          </a:p>
          <a:p>
            <a:pPr defTabSz="922995"/>
            <a:endParaRPr lang="en-US" sz="1000" dirty="0" smtClean="0"/>
          </a:p>
          <a:p>
            <a:pPr defTabSz="922995"/>
            <a:endParaRPr lang="en-US" sz="1000" dirty="0" smtClean="0"/>
          </a:p>
          <a:p>
            <a:pPr defTabSz="922995"/>
            <a:r>
              <a:rPr lang="en-US" sz="1000" dirty="0" smtClean="0"/>
              <a:t>Key Establishment (Key Generation / Key Transport): The two common methods of using public key cryptography for key establishment are key transport and key generation</a:t>
            </a:r>
          </a:p>
          <a:p>
            <a:pPr defTabSz="922995"/>
            <a:endParaRPr lang="en-US" sz="1000" dirty="0" smtClean="0"/>
          </a:p>
          <a:p>
            <a:pPr defTabSz="922995"/>
            <a:r>
              <a:rPr lang="en-US" sz="1000" dirty="0" smtClean="0"/>
              <a:t>An example of key transport is the use of the RSA algorithm to encrypt a randomly generated session key (for encrypting subsequent communications) with the recipient's public key. The encrypted random key is then sent to the recipient, who decrypts it using his private key</a:t>
            </a:r>
          </a:p>
          <a:p>
            <a:pPr defTabSz="922995"/>
            <a:endParaRPr lang="en-US" sz="1000" dirty="0" smtClean="0"/>
          </a:p>
          <a:p>
            <a:pPr defTabSz="922995"/>
            <a:r>
              <a:rPr lang="en-US" sz="1000" dirty="0" smtClean="0"/>
              <a:t>The </a:t>
            </a:r>
            <a:r>
              <a:rPr lang="en-US" sz="1000" dirty="0" err="1" smtClean="0"/>
              <a:t>Diffie</a:t>
            </a:r>
            <a:r>
              <a:rPr lang="en-US" sz="1000" dirty="0" smtClean="0"/>
              <a:t>-Hellman (D-H) algorithm illustrates key generation using public key cryptography. The D-H algorithm is begun by two users exchanging public information. Each user then mathematically combines the other's public information along with their own secret information to compute a shared secret value. This secret value can be used as a session key or as a key encryption key for encrypting a randomly generated session key. This method generates a session key based on public and secret information held by both users. The benefit of the D-H algorithm is that the key used for encrypting messages is based on information held by both users and the independence of keys from one key exchange to another provides perfect forward secrecy.</a:t>
            </a:r>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15</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Estimated duration 02:00</a:t>
            </a:r>
          </a:p>
          <a:p>
            <a:endParaRPr lang="en-US" sz="1000" dirty="0" smtClean="0"/>
          </a:p>
          <a:p>
            <a:r>
              <a:rPr lang="en-US" sz="1000" dirty="0" smtClean="0"/>
              <a:t>Phase 2 is where Security Associations are negotiated on behalf of upper services .</a:t>
            </a:r>
          </a:p>
          <a:p>
            <a:r>
              <a:rPr lang="en-US" sz="1000" dirty="0"/>
              <a:t> </a:t>
            </a:r>
          </a:p>
          <a:p>
            <a:r>
              <a:rPr lang="en-US" sz="1000" dirty="0"/>
              <a:t>Phase 2 is </a:t>
            </a:r>
            <a:r>
              <a:rPr lang="en-US" sz="1000" dirty="0" smtClean="0"/>
              <a:t>IPSec</a:t>
            </a:r>
            <a:r>
              <a:rPr lang="en-US" sz="1000" baseline="0" dirty="0"/>
              <a:t> </a:t>
            </a:r>
            <a:r>
              <a:rPr lang="en-US" sz="1000" dirty="0" smtClean="0"/>
              <a:t>where </a:t>
            </a:r>
            <a:r>
              <a:rPr lang="en-US" sz="1000" dirty="0"/>
              <a:t>you get into what specifics you set up in your policies to have your keys set.  This is the traffic keys themselves.  And the traffic is getting encrypted here.  IPSec SA is present if everything goes well.</a:t>
            </a:r>
          </a:p>
          <a:p>
            <a:endParaRPr lang="en-US" altLang="en-US" sz="1000" dirty="0" smtClean="0"/>
          </a:p>
          <a:p>
            <a:r>
              <a:rPr lang="en-US" altLang="en-US" sz="1000" dirty="0" smtClean="0"/>
              <a:t>Security Associations are negotiated using a Phase 1 secure channel</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Phase 2 is called Quick Mode</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en-US" sz="1000"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Phase 2 uses ESP or AH protocols to protect traffic.</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en-US" sz="1000" dirty="0" smtClean="0"/>
          </a:p>
          <a:p>
            <a:pPr lvl="0"/>
            <a:r>
              <a:rPr lang="en-US" altLang="en-US" sz="1000" dirty="0" smtClean="0"/>
              <a:t>Phase2</a:t>
            </a:r>
            <a:r>
              <a:rPr lang="en-US" altLang="en-US" sz="1000" baseline="0" dirty="0" smtClean="0"/>
              <a:t> SA are unidirectional, therefore 2 SAs needs to be established. One for outgoing traffic and one for incoming traffic.</a:t>
            </a:r>
            <a:endParaRPr lang="en-US" altLang="en-US" sz="1000" dirty="0"/>
          </a:p>
          <a:p>
            <a:endParaRPr lang="en-US" altLang="zh-CN" sz="1000" dirty="0" smtClean="0"/>
          </a:p>
          <a:p>
            <a:r>
              <a:rPr lang="en-US" altLang="zh-CN" sz="1000" dirty="0" smtClean="0"/>
              <a:t>To establish a  Phase 2 you need to define</a:t>
            </a:r>
          </a:p>
          <a:p>
            <a:r>
              <a:rPr lang="en-US" altLang="zh-CN" sz="1000" dirty="0" smtClean="0"/>
              <a:t>the</a:t>
            </a:r>
            <a:r>
              <a:rPr lang="en-US" altLang="zh-CN" sz="1000" baseline="0" dirty="0" smtClean="0"/>
              <a:t> encryption algorithm</a:t>
            </a:r>
          </a:p>
          <a:p>
            <a:r>
              <a:rPr lang="en-US" altLang="zh-CN" sz="1000" baseline="0" dirty="0" smtClean="0"/>
              <a:t>The integrity hash</a:t>
            </a:r>
          </a:p>
          <a:p>
            <a:r>
              <a:rPr lang="en-US" altLang="zh-CN" sz="1000" baseline="0" dirty="0" smtClean="0"/>
              <a:t>The Proxy: interesting traffic for encryption identified using an ACL</a:t>
            </a:r>
          </a:p>
          <a:p>
            <a:r>
              <a:rPr lang="en-US" altLang="zh-CN" sz="1000" baseline="0" dirty="0" smtClean="0"/>
              <a:t>SA lifetime</a:t>
            </a:r>
          </a:p>
          <a:p>
            <a:r>
              <a:rPr lang="en-US" altLang="zh-CN" sz="1000" baseline="0" dirty="0" smtClean="0"/>
              <a:t>Remote peer ID</a:t>
            </a:r>
          </a:p>
          <a:p>
            <a:r>
              <a:rPr lang="en-US" altLang="zh-CN" sz="1000" baseline="0" dirty="0" smtClean="0"/>
              <a:t>And optionally PFS, perfect forward secrecy. PFS is </a:t>
            </a:r>
            <a:r>
              <a:rPr lang="en-US" altLang="zh-CN" sz="1000" baseline="0" dirty="0" err="1" smtClean="0"/>
              <a:t>Diffie</a:t>
            </a:r>
            <a:r>
              <a:rPr lang="en-US" altLang="zh-CN" sz="1000" baseline="0" dirty="0" smtClean="0"/>
              <a:t>-Hellman applied on Phase 2 for key generation.</a:t>
            </a:r>
          </a:p>
          <a:p>
            <a:endParaRPr lang="en-US" altLang="zh-CN" sz="1000" baseline="0" dirty="0" smtClean="0"/>
          </a:p>
          <a:p>
            <a:endParaRPr lang="en-US" sz="1000" dirty="0" smtClean="0"/>
          </a:p>
          <a:p>
            <a:r>
              <a:rPr lang="en-US" sz="1000" dirty="0" smtClean="0"/>
              <a:t>The </a:t>
            </a:r>
            <a:r>
              <a:rPr lang="en-US" sz="1000" dirty="0" err="1" smtClean="0"/>
              <a:t>Diffie</a:t>
            </a:r>
            <a:r>
              <a:rPr lang="en-US" sz="1000" dirty="0" smtClean="0"/>
              <a:t>-Hellman (D-H) algorithm illustrates key generation using public key cryptography. The D-H algorithm is begun by two users exchanging public information. Each user then mathematically combines the other's public information along with their own secret information to compute a shared secret value. This secret value can be used as a session key or as a key encryption key for encrypting a randomly generated session key. </a:t>
            </a:r>
          </a:p>
          <a:p>
            <a:endParaRPr lang="en-US" sz="1000" dirty="0" smtClean="0"/>
          </a:p>
          <a:p>
            <a:r>
              <a:rPr lang="en-US" altLang="zh-CN" sz="1000" dirty="0" smtClean="0"/>
              <a:t>---------------------------------------------------------------------------------------------------------------------------------------------------------</a:t>
            </a:r>
            <a:endParaRPr lang="en-US" altLang="zh-CN" sz="1000" dirty="0"/>
          </a:p>
          <a:p>
            <a:r>
              <a:rPr lang="en-US" altLang="zh-CN" sz="1000" dirty="0"/>
              <a:t>Protection suite of priority 1</a:t>
            </a:r>
          </a:p>
          <a:p>
            <a:r>
              <a:rPr lang="en-US" altLang="zh-CN" sz="1000" dirty="0"/>
              <a:t>        encryption algorithm:   Three key triple DES</a:t>
            </a:r>
          </a:p>
          <a:p>
            <a:r>
              <a:rPr lang="en-US" altLang="zh-CN" sz="1000" dirty="0"/>
              <a:t>        hash algorithm:         Secure Hash Standard</a:t>
            </a:r>
          </a:p>
          <a:p>
            <a:r>
              <a:rPr lang="en-US" altLang="zh-CN" sz="1000" dirty="0"/>
              <a:t>        authentication method:  Pre-Shared Key</a:t>
            </a:r>
          </a:p>
          <a:p>
            <a:r>
              <a:rPr lang="en-US" altLang="zh-CN" sz="1000" dirty="0"/>
              <a:t>        </a:t>
            </a:r>
            <a:r>
              <a:rPr lang="en-US" altLang="zh-CN" sz="1000" dirty="0" err="1"/>
              <a:t>Diffie</a:t>
            </a:r>
            <a:r>
              <a:rPr lang="en-US" altLang="zh-CN" sz="1000" dirty="0"/>
              <a:t>-Hellman group:   #1 (768 bit)</a:t>
            </a:r>
          </a:p>
          <a:p>
            <a:r>
              <a:rPr lang="en-US" altLang="zh-CN" sz="1000" dirty="0"/>
              <a:t>        lifetime:               86400 seconds, no volume limit</a:t>
            </a:r>
          </a:p>
          <a:p>
            <a:r>
              <a:rPr lang="en-US" altLang="zh-CN" sz="1000" dirty="0"/>
              <a:t>Default protection suite</a:t>
            </a:r>
          </a:p>
          <a:p>
            <a:r>
              <a:rPr lang="en-US" altLang="zh-CN" sz="1000" dirty="0"/>
              <a:t>        encryption algorithm:   DES - Data Encryption Standard (56 bit keys).</a:t>
            </a:r>
          </a:p>
          <a:p>
            <a:r>
              <a:rPr lang="en-US" altLang="zh-CN" sz="1000" dirty="0"/>
              <a:t>        hash algorithm:         Secure Hash Standard</a:t>
            </a:r>
          </a:p>
          <a:p>
            <a:r>
              <a:rPr lang="en-US" altLang="zh-CN" sz="1000" dirty="0"/>
              <a:t>        authentication method:  </a:t>
            </a:r>
            <a:r>
              <a:rPr lang="en-US" altLang="zh-CN" sz="1000" dirty="0" err="1"/>
              <a:t>Rivest</a:t>
            </a:r>
            <a:r>
              <a:rPr lang="en-US" altLang="zh-CN" sz="1000" dirty="0"/>
              <a:t>-Shamir-</a:t>
            </a:r>
            <a:r>
              <a:rPr lang="en-US" altLang="zh-CN" sz="1000" dirty="0" err="1"/>
              <a:t>Adleman</a:t>
            </a:r>
            <a:r>
              <a:rPr lang="en-US" altLang="zh-CN" sz="1000" dirty="0"/>
              <a:t> Signature</a:t>
            </a:r>
          </a:p>
          <a:p>
            <a:r>
              <a:rPr lang="en-US" altLang="zh-CN" sz="1000" dirty="0"/>
              <a:t>        </a:t>
            </a:r>
            <a:r>
              <a:rPr lang="en-US" altLang="zh-CN" sz="1000" dirty="0" err="1"/>
              <a:t>Diffie</a:t>
            </a:r>
            <a:r>
              <a:rPr lang="en-US" altLang="zh-CN" sz="1000" dirty="0"/>
              <a:t>-Hellman group:   #1 (768 bit)</a:t>
            </a:r>
          </a:p>
          <a:p>
            <a:r>
              <a:rPr lang="en-US" altLang="zh-CN" sz="1000" dirty="0"/>
              <a:t>        lifetime:               86400 seconds, no volume limit</a:t>
            </a:r>
          </a:p>
          <a:p>
            <a:pPr lvl="1"/>
            <a:endParaRPr lang="en-US" altLang="en-US" sz="1000"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16</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Estimated duration 07:00</a:t>
            </a:r>
          </a:p>
          <a:p>
            <a:pPr lvl="0"/>
            <a:r>
              <a:rPr lang="en-US" altLang="en-US" sz="1000" dirty="0" smtClean="0"/>
              <a:t>+</a:t>
            </a:r>
          </a:p>
          <a:p>
            <a:pPr lvl="0"/>
            <a:r>
              <a:rPr lang="en-US" altLang="en-US" sz="1000" dirty="0" smtClean="0"/>
              <a:t>Estimated duration 02:45</a:t>
            </a:r>
          </a:p>
          <a:p>
            <a:pPr lvl="0"/>
            <a:r>
              <a:rPr lang="en-US" altLang="en-US" sz="1000" dirty="0" smtClean="0"/>
              <a:t>Estimated duration 01:15</a:t>
            </a:r>
          </a:p>
          <a:p>
            <a:pPr lvl="0"/>
            <a:r>
              <a:rPr lang="en-US" altLang="en-US" sz="1000" dirty="0" smtClean="0"/>
              <a:t>Estimated duration 01:45</a:t>
            </a:r>
          </a:p>
          <a:p>
            <a:pPr lvl="0"/>
            <a:r>
              <a:rPr lang="en-US" altLang="en-US" sz="1000" dirty="0" smtClean="0"/>
              <a:t>Estimated duration 05:00</a:t>
            </a:r>
          </a:p>
          <a:p>
            <a:pPr lvl="0"/>
            <a:r>
              <a:rPr lang="en-US" altLang="en-US" sz="1000" dirty="0" smtClean="0"/>
              <a:t>Estimated duration 02:00</a:t>
            </a:r>
          </a:p>
          <a:p>
            <a:pPr lvl="0"/>
            <a:r>
              <a:rPr lang="en-US" altLang="en-US" sz="1000" dirty="0" smtClean="0"/>
              <a:t>Total estimated time 20:00</a:t>
            </a:r>
            <a:endParaRPr lang="en-US" altLang="en-US" sz="1000"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17</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Estimated duration 01:00</a:t>
            </a:r>
          </a:p>
          <a:p>
            <a:endParaRPr lang="en-US" sz="1000" b="0" dirty="0" smtClean="0"/>
          </a:p>
          <a:p>
            <a:r>
              <a:rPr lang="en-US" sz="1000" b="0" dirty="0" smtClean="0"/>
              <a:t>Encryption</a:t>
            </a:r>
            <a:r>
              <a:rPr lang="en-US" sz="1000" dirty="0" smtClean="0"/>
              <a:t> is the process of encoding messages or information in such a way that only authorized parties can read it.</a:t>
            </a:r>
          </a:p>
          <a:p>
            <a:r>
              <a:rPr lang="en-US" sz="1000" dirty="0" smtClean="0"/>
              <a:t>The</a:t>
            </a:r>
            <a:r>
              <a:rPr lang="en-US" sz="1000" baseline="0" dirty="0" smtClean="0"/>
              <a:t> original data is encrypted using an encryption algorithm and a key. The receiver can only read the data if it has the key to decrypt it.</a:t>
            </a:r>
          </a:p>
          <a:p>
            <a:r>
              <a:rPr lang="en-US" sz="1000" baseline="0" dirty="0" smtClean="0"/>
              <a:t>This way, if the data is captured it can only be read if you have the encryption key.</a:t>
            </a:r>
          </a:p>
          <a:p>
            <a:r>
              <a:rPr lang="en-US" sz="1000" baseline="0" dirty="0" smtClean="0"/>
              <a:t>Using a long complex key is recommended in conjunction with a strong encryption algorithm.</a:t>
            </a:r>
          </a:p>
          <a:p>
            <a:r>
              <a:rPr lang="en-US" sz="1000" baseline="0" dirty="0" smtClean="0"/>
              <a:t>Some common encryption algorithms are:</a:t>
            </a:r>
          </a:p>
          <a:p>
            <a:r>
              <a:rPr lang="en-US" sz="1000" baseline="0" dirty="0" smtClean="0"/>
              <a:t>DES</a:t>
            </a:r>
          </a:p>
          <a:p>
            <a:r>
              <a:rPr lang="en-US" sz="1000" baseline="0" dirty="0" smtClean="0"/>
              <a:t>3DES</a:t>
            </a:r>
          </a:p>
          <a:p>
            <a:r>
              <a:rPr lang="en-US" sz="1000" baseline="0" dirty="0" smtClean="0"/>
              <a:t>AES 128, 256</a:t>
            </a:r>
          </a:p>
          <a:p>
            <a:r>
              <a:rPr lang="en-US" sz="1000" baseline="0" dirty="0" smtClean="0"/>
              <a:t>RSA</a:t>
            </a:r>
          </a:p>
          <a:p>
            <a:endParaRPr lang="en-US" sz="1000" baseline="0" dirty="0" smtClean="0"/>
          </a:p>
          <a:p>
            <a:r>
              <a:rPr lang="en-US" sz="1000" baseline="0" dirty="0" smtClean="0"/>
              <a:t>As you can see in the presentation, after applying the encryption algorithm, the data is changed and there is no way that you can know that the encrypted data with www.att.com</a:t>
            </a:r>
          </a:p>
          <a:p>
            <a:endParaRPr 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18</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Estimated duration 02:00</a:t>
            </a:r>
          </a:p>
          <a:p>
            <a:endParaRPr lang="en-US" sz="1000" dirty="0" smtClean="0"/>
          </a:p>
          <a:p>
            <a:r>
              <a:rPr lang="en-US" sz="1000" dirty="0" smtClean="0"/>
              <a:t>Hash message authentication codes (HMAC) sign packets to verify that the information received is exactly the same as the information sent. This is called integrity. HMACs provide integrity through a keyed hash, the result of a mathematical calculation on a message using a hash function combined with a shared, secret key. (a hash function is an algorithm) </a:t>
            </a:r>
          </a:p>
          <a:p>
            <a:endParaRPr lang="en-US" sz="1000" dirty="0" smtClean="0"/>
          </a:p>
          <a:p>
            <a:r>
              <a:rPr lang="en-US" sz="1000" dirty="0" smtClean="0"/>
              <a:t>The sender takes the data</a:t>
            </a:r>
            <a:r>
              <a:rPr lang="en-US" sz="1000" baseline="0" dirty="0" smtClean="0"/>
              <a:t> and applies the hash algorithm. The result Hash is appended to the data and then the entire information is sent to the receiver.</a:t>
            </a:r>
          </a:p>
          <a:p>
            <a:r>
              <a:rPr lang="en-US" sz="1000" baseline="0" dirty="0" smtClean="0"/>
              <a:t>The receiver receives the data + hash and separates them. Then it takes the separated data and applies the hash algorithm. As a result, it will have a HASH value for the same data. Finally it compares both Hashes, the one generated by itself and the one received from the sender. If they are equal, then the data was not modified.</a:t>
            </a:r>
          </a:p>
          <a:p>
            <a:endParaRPr lang="en-US" sz="1000" dirty="0" smtClean="0"/>
          </a:p>
          <a:p>
            <a:r>
              <a:rPr lang="en-US" altLang="en-US" sz="1000" dirty="0" smtClean="0"/>
              <a:t>Examples</a:t>
            </a:r>
          </a:p>
          <a:p>
            <a:pPr lvl="1"/>
            <a:r>
              <a:rPr lang="en-US" altLang="en-US" sz="1000" dirty="0" smtClean="0"/>
              <a:t>MD5, SHA</a:t>
            </a:r>
          </a:p>
          <a:p>
            <a:pPr lvl="2"/>
            <a:r>
              <a:rPr lang="en-US" altLang="en-US" sz="1000" dirty="0" smtClean="0"/>
              <a:t>MD5 provides 128 bit output</a:t>
            </a:r>
          </a:p>
          <a:p>
            <a:pPr lvl="2"/>
            <a:r>
              <a:rPr lang="en-US" altLang="en-US" sz="1000" dirty="0" smtClean="0"/>
              <a:t>SHA provides 160 bit output</a:t>
            </a:r>
          </a:p>
          <a:p>
            <a:pPr lvl="2"/>
            <a:endParaRPr lang="en-US" altLang="en-US" sz="1000" dirty="0" smtClean="0"/>
          </a:p>
          <a:p>
            <a:pPr lvl="2"/>
            <a:endParaRPr lang="en-US" altLang="en-US" sz="1000" dirty="0" smtClean="0"/>
          </a:p>
          <a:p>
            <a:r>
              <a:rPr lang="en-US" sz="1000" dirty="0" smtClean="0"/>
              <a:t>For integrity, you can choose between two hash functions when setting policy:</a:t>
            </a:r>
          </a:p>
          <a:p>
            <a:r>
              <a:rPr lang="en-US" sz="1000" dirty="0" smtClean="0"/>
              <a:t>MD5 </a:t>
            </a:r>
            <a:br>
              <a:rPr lang="en-US" sz="1000" dirty="0" smtClean="0"/>
            </a:br>
            <a:r>
              <a:rPr lang="en-US" sz="1000" dirty="0" smtClean="0"/>
              <a:t/>
            </a:r>
            <a:br>
              <a:rPr lang="en-US" sz="1000" dirty="0" smtClean="0"/>
            </a:br>
            <a:r>
              <a:rPr lang="en-US" sz="1000" dirty="0" smtClean="0"/>
              <a:t>Message Digest 5 (MD5) is based on RFC 1321. MD5 completes four passes over the data blocks, using a different numeric constant for each word in the message on each pass. The number of 32-bit constants used during the MD5 computation ultimately produces a 128-bit hash that is used for the integrity check. </a:t>
            </a:r>
            <a:br>
              <a:rPr lang="en-US" sz="1000" dirty="0" smtClean="0"/>
            </a:br>
            <a:r>
              <a:rPr lang="en-US" sz="1000" dirty="0" smtClean="0"/>
              <a:t/>
            </a:r>
            <a:br>
              <a:rPr lang="en-US" sz="1000" dirty="0" smtClean="0"/>
            </a:br>
            <a:endParaRPr lang="en-US" sz="1000" dirty="0" smtClean="0"/>
          </a:p>
          <a:p>
            <a:r>
              <a:rPr lang="en-US" sz="1000" dirty="0" smtClean="0"/>
              <a:t>SHA1 </a:t>
            </a:r>
            <a:br>
              <a:rPr lang="en-US" sz="1000" dirty="0" smtClean="0"/>
            </a:br>
            <a:r>
              <a:rPr lang="en-US" sz="1000" dirty="0" smtClean="0"/>
              <a:t/>
            </a:r>
            <a:br>
              <a:rPr lang="en-US" sz="1000" dirty="0" smtClean="0"/>
            </a:br>
            <a:r>
              <a:rPr lang="en-US" sz="1000" dirty="0" smtClean="0"/>
              <a:t>Secure Hash Algorithm 1 (SHA1) was developed by the National Institute of Standards and Technology as described in Federal Information Processing Standard (FIPS) PUB 180-1. The SHA process is closely modeled after MD5. The SHA1 computation results in a 160-bit hash that is used for the integrity check. Because longer hash lengths provide greater security, SHA is stronger than MD5</a:t>
            </a:r>
          </a:p>
          <a:p>
            <a:pPr lvl="0"/>
            <a:endParaRPr lang="en-US" altLang="en-US" sz="1000" dirty="0" smtClean="0"/>
          </a:p>
          <a:p>
            <a:endParaRPr 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19</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dirty="0" smtClean="0"/>
              <a:t>Estimated duration 01:00</a:t>
            </a:r>
          </a:p>
          <a:p>
            <a:endParaRPr lang="en-US" sz="1000" dirty="0" smtClean="0"/>
          </a:p>
          <a:p>
            <a:r>
              <a:rPr lang="en-US" sz="1000" dirty="0" smtClean="0"/>
              <a:t>You</a:t>
            </a:r>
            <a:r>
              <a:rPr lang="en-US" sz="1000" baseline="0" dirty="0" smtClean="0"/>
              <a:t> </a:t>
            </a:r>
            <a:r>
              <a:rPr lang="en-US" sz="1000" dirty="0" smtClean="0"/>
              <a:t>can use pre shared keys for the encryption process. Pre shared means that the parties agree on a shared, secret key that is used for encryption /decryption of</a:t>
            </a:r>
            <a:r>
              <a:rPr lang="en-US" sz="1000" baseline="0" dirty="0" smtClean="0"/>
              <a:t> data</a:t>
            </a:r>
            <a:r>
              <a:rPr lang="en-US" sz="1000" dirty="0" smtClean="0"/>
              <a:t>.</a:t>
            </a:r>
          </a:p>
          <a:p>
            <a:endParaRPr lang="en-US" sz="1000" dirty="0" smtClean="0"/>
          </a:p>
          <a:p>
            <a:endParaRPr lang="en-US" altLang="en-US" sz="1000" dirty="0" smtClean="0"/>
          </a:p>
          <a:p>
            <a:r>
              <a:rPr lang="en-US" altLang="en-US" sz="1000" dirty="0" smtClean="0"/>
              <a:t>A pre shared key is a symmetric key</a:t>
            </a:r>
          </a:p>
          <a:p>
            <a:pPr lvl="0"/>
            <a:endParaRPr lang="en-US" sz="1000" dirty="0" smtClean="0"/>
          </a:p>
          <a:p>
            <a:pPr lvl="0"/>
            <a:r>
              <a:rPr lang="en-US" sz="1000" dirty="0" smtClean="0"/>
              <a:t>IPSec can use pre shared keys for authentication of the peers.</a:t>
            </a:r>
            <a:endParaRPr lang="en-US" altLang="en-US" sz="1000" baseline="0" dirty="0" smtClean="0"/>
          </a:p>
          <a:p>
            <a:pPr lvl="0"/>
            <a:endParaRPr lang="en-US" altLang="en-US" sz="1000" dirty="0" smtClean="0"/>
          </a:p>
          <a:p>
            <a:pPr lvl="0"/>
            <a:endParaRPr lang="en-US" altLang="en-US" sz="1000" dirty="0" smtClean="0"/>
          </a:p>
          <a:p>
            <a:pPr lvl="0"/>
            <a:endParaRPr lang="en-US" altLang="en-US" sz="1000" dirty="0" smtClean="0"/>
          </a:p>
          <a:p>
            <a:pPr lvl="0"/>
            <a:endParaRPr lang="en-US" alt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20</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b="0" u="none" dirty="0" smtClean="0">
                <a:solidFill>
                  <a:schemeClr val="accent3">
                    <a:lumMod val="50000"/>
                  </a:schemeClr>
                </a:solidFill>
              </a:rPr>
              <a:t>Estimated </a:t>
            </a:r>
            <a:r>
              <a:rPr lang="en-US" altLang="en-US" sz="1000" b="0" u="none" smtClean="0">
                <a:solidFill>
                  <a:schemeClr val="accent3">
                    <a:lumMod val="50000"/>
                  </a:schemeClr>
                </a:solidFill>
              </a:rPr>
              <a:t>duration 02:00</a:t>
            </a:r>
            <a:endParaRPr lang="en-US" altLang="en-US" sz="1000" b="0" u="none" dirty="0" smtClean="0">
              <a:solidFill>
                <a:schemeClr val="accent3">
                  <a:lumMod val="50000"/>
                </a:schemeClr>
              </a:solidFill>
            </a:endParaRPr>
          </a:p>
          <a:p>
            <a:endParaRPr lang="en-US" altLang="en-US" sz="1000" b="0" u="none" dirty="0" smtClean="0">
              <a:solidFill>
                <a:schemeClr val="accent3">
                  <a:lumMod val="50000"/>
                </a:schemeClr>
              </a:solidFill>
            </a:endParaRPr>
          </a:p>
          <a:p>
            <a:pPr lvl="0"/>
            <a:endParaRPr lang="en-US" altLang="en-US" sz="1000" b="0" u="none" dirty="0" smtClean="0">
              <a:solidFill>
                <a:schemeClr val="accent3">
                  <a:lumMod val="50000"/>
                </a:schemeClr>
              </a:solidFill>
            </a:endParaRPr>
          </a:p>
          <a:p>
            <a:pPr lvl="0"/>
            <a:endParaRPr lang="en-US" altLang="en-US" sz="1000" b="0" u="none" dirty="0" smtClean="0">
              <a:solidFill>
                <a:schemeClr val="accent3">
                  <a:lumMod val="50000"/>
                </a:schemeClr>
              </a:solidFill>
            </a:endParaRPr>
          </a:p>
          <a:p>
            <a:pPr lvl="0"/>
            <a:r>
              <a:rPr lang="en-US" sz="1000" b="0" u="none" dirty="0" smtClean="0">
                <a:solidFill>
                  <a:schemeClr val="accent3">
                    <a:lumMod val="50000"/>
                  </a:schemeClr>
                </a:solidFill>
              </a:rPr>
              <a:t>Public-key cryptography, also known as asymmetric cryptography, is a class of </a:t>
            </a:r>
            <a:r>
              <a:rPr lang="en-US" sz="1000" b="0" u="sng" dirty="0" smtClean="0">
                <a:solidFill>
                  <a:schemeClr val="tx1"/>
                </a:solidFill>
                <a:hlinkClick r:id="rId3" tooltip="Cryptography"/>
              </a:rPr>
              <a:t>cryptographic</a:t>
            </a:r>
            <a:r>
              <a:rPr lang="en-US" sz="1000" b="0" u="sng" dirty="0" smtClean="0">
                <a:solidFill>
                  <a:schemeClr val="tx1"/>
                </a:solidFill>
              </a:rPr>
              <a:t> </a:t>
            </a:r>
            <a:r>
              <a:rPr lang="en-US" sz="1000" b="0" u="sng" dirty="0" smtClean="0">
                <a:solidFill>
                  <a:schemeClr val="tx1"/>
                </a:solidFill>
                <a:hlinkClick r:id="rId4" tooltip="Algorithm"/>
              </a:rPr>
              <a:t>algorithms</a:t>
            </a:r>
            <a:r>
              <a:rPr lang="en-US" sz="1000" b="0" u="sng" dirty="0" smtClean="0">
                <a:solidFill>
                  <a:schemeClr val="tx1"/>
                </a:solidFill>
              </a:rPr>
              <a:t> </a:t>
            </a:r>
            <a:r>
              <a:rPr lang="en-US" sz="1000" b="0" u="none" dirty="0" smtClean="0">
                <a:solidFill>
                  <a:schemeClr val="accent3">
                    <a:lumMod val="50000"/>
                  </a:schemeClr>
                </a:solidFill>
              </a:rPr>
              <a:t>which requires two separate </a:t>
            </a:r>
            <a:r>
              <a:rPr lang="en-US" sz="1000" b="0" u="none" dirty="0" smtClean="0">
                <a:solidFill>
                  <a:schemeClr val="accent3">
                    <a:lumMod val="50000"/>
                  </a:schemeClr>
                </a:solidFill>
                <a:hlinkClick r:id="rId5" tooltip="Cryptographic key"/>
              </a:rPr>
              <a:t>keys</a:t>
            </a:r>
            <a:r>
              <a:rPr lang="en-US" sz="1000" b="0" u="none" dirty="0" smtClean="0">
                <a:solidFill>
                  <a:schemeClr val="accent3">
                    <a:lumMod val="50000"/>
                  </a:schemeClr>
                </a:solidFill>
              </a:rPr>
              <a:t>, one of which is </a:t>
            </a:r>
            <a:r>
              <a:rPr lang="en-US" sz="1000" b="0" i="1" u="none" dirty="0" smtClean="0">
                <a:solidFill>
                  <a:schemeClr val="accent3">
                    <a:lumMod val="50000"/>
                  </a:schemeClr>
                </a:solidFill>
              </a:rPr>
              <a:t>secret</a:t>
            </a:r>
            <a:r>
              <a:rPr lang="en-US" sz="1000" b="0" u="none" dirty="0" smtClean="0">
                <a:solidFill>
                  <a:schemeClr val="accent3">
                    <a:lumMod val="50000"/>
                  </a:schemeClr>
                </a:solidFill>
              </a:rPr>
              <a:t> (or </a:t>
            </a:r>
            <a:r>
              <a:rPr lang="en-US" sz="1000" b="0" i="1" u="none" dirty="0" smtClean="0">
                <a:solidFill>
                  <a:schemeClr val="accent3">
                    <a:lumMod val="50000"/>
                  </a:schemeClr>
                </a:solidFill>
              </a:rPr>
              <a:t>private</a:t>
            </a:r>
            <a:r>
              <a:rPr lang="en-US" sz="1000" b="0" u="none" dirty="0" smtClean="0">
                <a:solidFill>
                  <a:schemeClr val="accent3">
                    <a:lumMod val="50000"/>
                  </a:schemeClr>
                </a:solidFill>
              </a:rPr>
              <a:t>) and one of which is </a:t>
            </a:r>
            <a:r>
              <a:rPr lang="en-US" sz="1000" b="0" i="1" u="none" dirty="0" smtClean="0">
                <a:solidFill>
                  <a:schemeClr val="accent3">
                    <a:lumMod val="50000"/>
                  </a:schemeClr>
                </a:solidFill>
              </a:rPr>
              <a:t>public</a:t>
            </a:r>
            <a:r>
              <a:rPr lang="en-US" sz="1000" b="0" u="none" dirty="0" smtClean="0">
                <a:solidFill>
                  <a:schemeClr val="accent3">
                    <a:lumMod val="50000"/>
                  </a:schemeClr>
                </a:solidFill>
              </a:rPr>
              <a:t>. Although different, the two parts of this key pair are mathematically linked</a:t>
            </a:r>
            <a:r>
              <a:rPr lang="en-US" sz="1000" b="0" u="none" baseline="0" dirty="0" smtClean="0">
                <a:solidFill>
                  <a:schemeClr val="accent3">
                    <a:lumMod val="50000"/>
                  </a:schemeClr>
                </a:solidFill>
              </a:rPr>
              <a:t>.</a:t>
            </a:r>
            <a:endParaRPr lang="en-US" sz="1000" b="0" u="none" dirty="0" smtClean="0">
              <a:solidFill>
                <a:schemeClr val="accent3">
                  <a:lumMod val="50000"/>
                </a:schemeClr>
              </a:solidFill>
            </a:endParaRPr>
          </a:p>
          <a:p>
            <a:pPr lvl="0"/>
            <a:endParaRPr lang="en-US" altLang="en-US" sz="1000" b="0" u="none" dirty="0" smtClean="0">
              <a:solidFill>
                <a:schemeClr val="accent3">
                  <a:lumMod val="50000"/>
                </a:schemeClr>
              </a:solidFill>
            </a:endParaRPr>
          </a:p>
          <a:p>
            <a:pPr lvl="0"/>
            <a:r>
              <a:rPr lang="en-US" altLang="en-US" sz="1000" b="0" u="none" dirty="0" smtClean="0">
                <a:solidFill>
                  <a:schemeClr val="accent3">
                    <a:lumMod val="50000"/>
                  </a:schemeClr>
                </a:solidFill>
              </a:rPr>
              <a:t>The receiver</a:t>
            </a:r>
            <a:r>
              <a:rPr lang="en-US" altLang="en-US" sz="1000" b="0" u="none" baseline="0" dirty="0" smtClean="0">
                <a:solidFill>
                  <a:schemeClr val="accent3">
                    <a:lumMod val="50000"/>
                  </a:schemeClr>
                </a:solidFill>
              </a:rPr>
              <a:t> generates 2 keys, one private and one public.  The traffic encrypted using the public key can only be decrypted with the private key and vice versa.</a:t>
            </a:r>
          </a:p>
          <a:p>
            <a:pPr lvl="0"/>
            <a:endParaRPr lang="en-US" altLang="en-US" sz="1000" b="0" u="none" baseline="0" dirty="0" smtClean="0">
              <a:solidFill>
                <a:schemeClr val="accent3">
                  <a:lumMod val="50000"/>
                </a:schemeClr>
              </a:solidFill>
            </a:endParaRPr>
          </a:p>
          <a:p>
            <a:pPr lvl="0"/>
            <a:r>
              <a:rPr lang="en-US" altLang="en-US" sz="1000" b="0" u="none" baseline="0" dirty="0" smtClean="0">
                <a:solidFill>
                  <a:schemeClr val="accent3">
                    <a:lumMod val="50000"/>
                  </a:schemeClr>
                </a:solidFill>
              </a:rPr>
              <a:t>The receiver sends its public key to the sender. The sender will use that public key to encrypt traffic. The receiver will decrypt that traffic using its private key.</a:t>
            </a:r>
            <a:endParaRPr lang="en-US" altLang="en-US" sz="1000" b="0" u="none" dirty="0" smtClean="0">
              <a:solidFill>
                <a:schemeClr val="accent3">
                  <a:lumMod val="50000"/>
                </a:schemeClr>
              </a:solidFill>
            </a:endParaRPr>
          </a:p>
          <a:p>
            <a:pPr lvl="0"/>
            <a:endParaRPr lang="en-US" altLang="en-US" sz="1000" b="0" u="none" dirty="0" smtClean="0">
              <a:solidFill>
                <a:schemeClr val="accent3">
                  <a:lumMod val="50000"/>
                </a:schemeClr>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000" b="0" u="none" dirty="0" smtClean="0">
                <a:solidFill>
                  <a:schemeClr val="accent3">
                    <a:lumMod val="50000"/>
                  </a:schemeClr>
                </a:solidFill>
              </a:rPr>
              <a:t>Asymmetric (public) key: certificates</a:t>
            </a:r>
          </a:p>
          <a:p>
            <a:endParaRPr lang="en-US" altLang="en-US" sz="1000" b="0" u="none" dirty="0" smtClean="0">
              <a:solidFill>
                <a:schemeClr val="accent3">
                  <a:lumMod val="50000"/>
                </a:schemeClr>
              </a:solidFill>
            </a:endParaRPr>
          </a:p>
          <a:p>
            <a:r>
              <a:rPr lang="en-US" altLang="en-US" sz="1000" b="0" u="none" dirty="0" err="1" smtClean="0">
                <a:solidFill>
                  <a:schemeClr val="accent3">
                    <a:lumMod val="50000"/>
                  </a:schemeClr>
                </a:solidFill>
              </a:rPr>
              <a:t>Ipsec</a:t>
            </a:r>
            <a:r>
              <a:rPr lang="en-US" altLang="en-US" sz="1000" b="0" u="none" dirty="0" smtClean="0">
                <a:solidFill>
                  <a:schemeClr val="accent3">
                    <a:lumMod val="50000"/>
                  </a:schemeClr>
                </a:solidFill>
              </a:rPr>
              <a:t> VPN uses </a:t>
            </a:r>
            <a:r>
              <a:rPr lang="en-US" altLang="en-US" sz="1000" b="0" u="none" dirty="0" err="1" smtClean="0">
                <a:solidFill>
                  <a:schemeClr val="accent3">
                    <a:lumMod val="50000"/>
                  </a:schemeClr>
                </a:solidFill>
              </a:rPr>
              <a:t>Asymetric</a:t>
            </a:r>
            <a:r>
              <a:rPr lang="en-US" altLang="en-US" sz="1000" b="0" u="none" baseline="0" dirty="0" smtClean="0">
                <a:solidFill>
                  <a:schemeClr val="accent3">
                    <a:lumMod val="50000"/>
                  </a:schemeClr>
                </a:solidFill>
              </a:rPr>
              <a:t> key </a:t>
            </a:r>
            <a:endParaRPr lang="en-US" altLang="en-US" sz="1000" b="0" u="none" dirty="0" smtClean="0">
              <a:solidFill>
                <a:schemeClr val="accent3">
                  <a:lumMod val="50000"/>
                </a:schemeClr>
              </a:solidFill>
            </a:endParaRPr>
          </a:p>
          <a:p>
            <a:endParaRPr lang="en-US" altLang="en-US" sz="1000" b="0" u="none" dirty="0" smtClean="0">
              <a:solidFill>
                <a:schemeClr val="accent3">
                  <a:lumMod val="50000"/>
                </a:schemeClr>
              </a:solidFill>
            </a:endParaRPr>
          </a:p>
          <a:p>
            <a:r>
              <a:rPr lang="en-US" altLang="en-US" sz="1000" b="0" u="none" dirty="0" smtClean="0">
                <a:solidFill>
                  <a:schemeClr val="accent3">
                    <a:lumMod val="50000"/>
                  </a:schemeClr>
                </a:solidFill>
              </a:rPr>
              <a:t>Provides data confidentiality</a:t>
            </a:r>
          </a:p>
          <a:p>
            <a:r>
              <a:rPr lang="en-US" altLang="en-US" sz="1000" b="0" u="none" dirty="0" smtClean="0">
                <a:solidFill>
                  <a:schemeClr val="accent3">
                    <a:lumMod val="50000"/>
                  </a:schemeClr>
                </a:solidFill>
              </a:rPr>
              <a:t>Data is encrypted and decrypted by using keys</a:t>
            </a:r>
          </a:p>
          <a:p>
            <a:pPr lvl="1"/>
            <a:r>
              <a:rPr lang="en-US" altLang="en-US" sz="1000" b="0" u="none" dirty="0" smtClean="0">
                <a:solidFill>
                  <a:schemeClr val="accent3">
                    <a:lumMod val="50000"/>
                  </a:schemeClr>
                </a:solidFill>
              </a:rPr>
              <a:t>Symmetric (secret) key</a:t>
            </a:r>
          </a:p>
          <a:p>
            <a:pPr lvl="1"/>
            <a:r>
              <a:rPr lang="en-US" altLang="en-US" sz="1000" b="0" u="none" dirty="0" smtClean="0">
                <a:solidFill>
                  <a:schemeClr val="accent3">
                    <a:lumMod val="50000"/>
                  </a:schemeClr>
                </a:solidFill>
              </a:rPr>
              <a:t>Asymmetric (public) key</a:t>
            </a:r>
          </a:p>
          <a:p>
            <a:pPr lvl="0"/>
            <a:endParaRPr lang="en-US" altLang="en-US" sz="1000" b="0" u="none" dirty="0" smtClean="0">
              <a:solidFill>
                <a:schemeClr val="accent3">
                  <a:lumMod val="50000"/>
                </a:schemeClr>
              </a:solidFill>
            </a:endParaRPr>
          </a:p>
          <a:p>
            <a:pPr lvl="0"/>
            <a:r>
              <a:rPr lang="en-US" altLang="en-US" sz="1000" b="0" u="none" dirty="0" smtClean="0">
                <a:solidFill>
                  <a:schemeClr val="accent3">
                    <a:lumMod val="50000"/>
                  </a:schemeClr>
                </a:solidFill>
              </a:rPr>
              <a:t>Symmetric (secret) key:</a:t>
            </a:r>
            <a:r>
              <a:rPr lang="en-US" altLang="en-US" sz="1000" b="0" u="none" baseline="0" dirty="0" smtClean="0">
                <a:solidFill>
                  <a:schemeClr val="accent3">
                    <a:lumMod val="50000"/>
                  </a:schemeClr>
                </a:solidFill>
              </a:rPr>
              <a:t> pre shared keys</a:t>
            </a:r>
            <a:endParaRPr lang="en-US" altLang="en-US" sz="1000" b="0" u="none" dirty="0" smtClean="0">
              <a:solidFill>
                <a:schemeClr val="accent3">
                  <a:lumMod val="50000"/>
                </a:schemeClr>
              </a:solidFill>
            </a:endParaRPr>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21</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22</a:t>
            </a:fld>
            <a:endParaRPr lang="en-US"/>
          </a:p>
        </p:txBody>
      </p:sp>
    </p:spTree>
    <p:extLst>
      <p:ext uri="{BB962C8B-B14F-4D97-AF65-F5344CB8AC3E}">
        <p14:creationId xmlns:p14="http://schemas.microsoft.com/office/powerpoint/2010/main" val="885872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sz="1000" dirty="0" smtClean="0"/>
              <a:t>In this lab we will establish</a:t>
            </a:r>
            <a:r>
              <a:rPr lang="en-US" altLang="en-US" sz="1000" baseline="0" dirty="0" smtClean="0"/>
              <a:t> a VPN tunnel between 2 private networks over a public network.</a:t>
            </a:r>
          </a:p>
          <a:p>
            <a:pPr lvl="0"/>
            <a:r>
              <a:rPr lang="en-US" altLang="en-US" sz="1000" baseline="0" dirty="0" smtClean="0"/>
              <a:t>On the left side we have Site A with private network 10.10.1.0/24. The VPN gateway is a Cisco ASA FW and it is connected to internet.</a:t>
            </a:r>
          </a:p>
          <a:p>
            <a:pPr lvl="0"/>
            <a:r>
              <a:rPr lang="en-US" altLang="en-US" sz="1000" baseline="0" dirty="0" smtClean="0"/>
              <a:t>On the right side we have site B with private network 192.168.1.0/24. The VPN gateway is a Cisco 7600 router.</a:t>
            </a:r>
          </a:p>
          <a:p>
            <a:pPr lvl="0"/>
            <a:endParaRPr lang="en-US" altLang="en-US" sz="1000" baseline="0" dirty="0" smtClean="0"/>
          </a:p>
          <a:p>
            <a:pPr lvl="0"/>
            <a:r>
              <a:rPr lang="en-US" altLang="en-US" sz="1000" baseline="0" dirty="0" smtClean="0"/>
              <a:t>Internet is simulated with a WAN router that connects 2 public networks.</a:t>
            </a:r>
          </a:p>
          <a:p>
            <a:pPr lvl="0"/>
            <a:endParaRPr lang="en-US" altLang="en-US" sz="1000" baseline="0" dirty="0" smtClean="0"/>
          </a:p>
          <a:p>
            <a:pPr lvl="0"/>
            <a:endParaRPr lang="en-US" alt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23</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27</a:t>
            </a:fld>
            <a:endParaRPr lang="en-US"/>
          </a:p>
        </p:txBody>
      </p:sp>
    </p:spTree>
    <p:extLst>
      <p:ext uri="{BB962C8B-B14F-4D97-AF65-F5344CB8AC3E}">
        <p14:creationId xmlns:p14="http://schemas.microsoft.com/office/powerpoint/2010/main" val="656292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000" dirty="0" smtClean="0"/>
              <a:t>MM_ACTIVE</a:t>
            </a:r>
          </a:p>
          <a:p>
            <a:pPr lvl="0"/>
            <a:r>
              <a:rPr lang="en-US" sz="1000" dirty="0" smtClean="0"/>
              <a:t>QM_IDLE</a:t>
            </a:r>
            <a:endParaRPr lang="en-US" altLang="en-US" sz="1000" dirty="0" smtClean="0"/>
          </a:p>
          <a:p>
            <a:pPr lvl="0"/>
            <a:endParaRPr lang="en-US" altLang="en-US" sz="1000" dirty="0" smtClean="0"/>
          </a:p>
          <a:p>
            <a:pPr lvl="0"/>
            <a:endParaRPr lang="en-US" altLang="en-US" sz="1000" dirty="0" smtClean="0"/>
          </a:p>
          <a:p>
            <a:pPr lvl="0"/>
            <a:r>
              <a:rPr lang="en-US" altLang="en-US" sz="1000" dirty="0" smtClean="0"/>
              <a:t>debug</a:t>
            </a:r>
          </a:p>
          <a:p>
            <a:pPr lvl="0"/>
            <a:r>
              <a:rPr lang="en-US" altLang="en-US" sz="1000" dirty="0" smtClean="0"/>
              <a:t>IKE_DECODE SENDING </a:t>
            </a:r>
          </a:p>
          <a:p>
            <a:pPr lvl="0"/>
            <a:r>
              <a:rPr lang="en-US" altLang="en-US" sz="1000" dirty="0" smtClean="0"/>
              <a:t>IKE_DECODE RECEIVED </a:t>
            </a:r>
          </a:p>
          <a:p>
            <a:pPr lvl="0"/>
            <a:r>
              <a:rPr lang="en-US" altLang="en-US" sz="1000" dirty="0" smtClean="0"/>
              <a:t>MM_WAIT_MSG2, MM_WAIT_MSG4,</a:t>
            </a:r>
            <a:r>
              <a:rPr lang="en-US" altLang="en-US" sz="1000" baseline="0" dirty="0" smtClean="0"/>
              <a:t> MM_WAIT_MSG6</a:t>
            </a:r>
            <a:endParaRPr lang="en-US" altLang="en-US" sz="1000" dirty="0" smtClean="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28</a:t>
            </a:fld>
            <a:endParaRPr lang="en-US"/>
          </a:p>
        </p:txBody>
      </p:sp>
    </p:spTree>
    <p:extLst>
      <p:ext uri="{BB962C8B-B14F-4D97-AF65-F5344CB8AC3E}">
        <p14:creationId xmlns:p14="http://schemas.microsoft.com/office/powerpoint/2010/main" val="2556263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29</a:t>
            </a:fld>
            <a:endParaRPr lang="en-US"/>
          </a:p>
        </p:txBody>
      </p:sp>
    </p:spTree>
    <p:extLst>
      <p:ext uri="{BB962C8B-B14F-4D97-AF65-F5344CB8AC3E}">
        <p14:creationId xmlns:p14="http://schemas.microsoft.com/office/powerpoint/2010/main" val="4042503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30</a:t>
            </a:fld>
            <a:endParaRPr lang="en-US"/>
          </a:p>
        </p:txBody>
      </p:sp>
    </p:spTree>
    <p:extLst>
      <p:ext uri="{BB962C8B-B14F-4D97-AF65-F5344CB8AC3E}">
        <p14:creationId xmlns:p14="http://schemas.microsoft.com/office/powerpoint/2010/main" val="2053916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0F31A8A-43EB-8947-B182-07D22D8CB7AC}" type="slidenum">
              <a:rPr lang="en-US" smtClean="0"/>
              <a:pPr>
                <a:defRPr/>
              </a:pPr>
              <a:t>31</a:t>
            </a:fld>
            <a:endParaRPr lang="en-US"/>
          </a:p>
        </p:txBody>
      </p:sp>
    </p:spTree>
    <p:extLst>
      <p:ext uri="{BB962C8B-B14F-4D97-AF65-F5344CB8AC3E}">
        <p14:creationId xmlns:p14="http://schemas.microsoft.com/office/powerpoint/2010/main" val="6592442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33.png"/><Relationship Id="rId4" Type="http://schemas.openxmlformats.org/officeDocument/2006/relationships/image" Target="../media/image32.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nservative glob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563563" y="3526778"/>
            <a:ext cx="8010525" cy="1879918"/>
          </a:xfrm>
          <a:noFill/>
        </p:spPr>
        <p:txBody>
          <a:bodyPr>
            <a:noAutofit/>
          </a:bodyPr>
          <a:lstStyle>
            <a:lvl1pPr marL="0" indent="0" algn="l">
              <a:lnSpc>
                <a:spcPct val="110000"/>
              </a:lnSpc>
              <a:buNone/>
              <a:defRPr b="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1"/>
          <p:cNvSpPr>
            <a:spLocks noGrp="1"/>
          </p:cNvSpPr>
          <p:nvPr>
            <p:ph type="ctrTitle"/>
          </p:nvPr>
        </p:nvSpPr>
        <p:spPr>
          <a:xfrm>
            <a:off x="563563" y="2862930"/>
            <a:ext cx="8010525" cy="682822"/>
          </a:xfrm>
          <a:noFill/>
        </p:spPr>
        <p:txBody>
          <a:bodyPr anchor="b">
            <a:normAutofit/>
          </a:bodyPr>
          <a:lstStyle>
            <a:lvl1pPr>
              <a:lnSpc>
                <a:spcPct val="110000"/>
              </a:lnSpc>
              <a:spcAft>
                <a:spcPts val="800"/>
              </a:spcAft>
              <a:defRPr sz="2800" b="0">
                <a:solidFill>
                  <a:schemeClr val="accent1"/>
                </a:solidFill>
              </a:defRPr>
            </a:lvl1pPr>
          </a:lstStyle>
          <a:p>
            <a:r>
              <a:rPr lang="en-US" smtClean="0"/>
              <a:t>Click to edit Master title style</a:t>
            </a:r>
            <a:endParaRPr lang="en-US" dirty="0"/>
          </a:p>
        </p:txBody>
      </p:sp>
      <p:sp>
        <p:nvSpPr>
          <p:cNvPr id="5" name="Footer Placeholder 6"/>
          <p:cNvSpPr>
            <a:spLocks noGrp="1"/>
          </p:cNvSpPr>
          <p:nvPr>
            <p:ph type="ftr" sz="quarter" idx="10"/>
          </p:nvPr>
        </p:nvSpPr>
        <p:spPr>
          <a:xfrm>
            <a:off x="568325" y="6465888"/>
            <a:ext cx="5761038" cy="303212"/>
          </a:xfrm>
          <a:prstGeom prst="rect">
            <a:avLst/>
          </a:prstGeom>
        </p:spPr>
        <p:txBody>
          <a:bodyPr/>
          <a:lstStyle>
            <a:lvl1pPr>
              <a:defRPr>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val="0"/>
              </a:ext>
            </a:extLst>
          </a:blip>
          <a:srcRect l="7471" b="10193"/>
          <a:stretch/>
        </p:blipFill>
        <p:spPr>
          <a:xfrm>
            <a:off x="0" y="0"/>
            <a:ext cx="9144000" cy="6858000"/>
          </a:xfrm>
          <a:prstGeom prst="rect">
            <a:avLst/>
          </a:prstGeom>
        </p:spPr>
      </p:pic>
    </p:spTree>
    <p:extLst>
      <p:ext uri="{BB962C8B-B14F-4D97-AF65-F5344CB8AC3E}">
        <p14:creationId xmlns:p14="http://schemas.microsoft.com/office/powerpoint/2010/main" val="23210208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conservative Rethink Possibl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563563" y="3526778"/>
            <a:ext cx="8010525" cy="1879918"/>
          </a:xfrm>
          <a:noFill/>
        </p:spPr>
        <p:txBody>
          <a:bodyPr>
            <a:noAutofit/>
          </a:bodyPr>
          <a:lstStyle>
            <a:lvl1pPr marL="0" indent="0" algn="l">
              <a:lnSpc>
                <a:spcPct val="110000"/>
              </a:lnSpc>
              <a:buNone/>
              <a:defRPr b="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9" name="Title 1"/>
          <p:cNvSpPr>
            <a:spLocks noGrp="1"/>
          </p:cNvSpPr>
          <p:nvPr>
            <p:ph type="ctrTitle"/>
          </p:nvPr>
        </p:nvSpPr>
        <p:spPr>
          <a:xfrm>
            <a:off x="563563" y="2862930"/>
            <a:ext cx="8010525" cy="682822"/>
          </a:xfrm>
          <a:noFill/>
        </p:spPr>
        <p:txBody>
          <a:bodyPr anchor="b">
            <a:normAutofit/>
          </a:bodyPr>
          <a:lstStyle>
            <a:lvl1pPr>
              <a:lnSpc>
                <a:spcPct val="110000"/>
              </a:lnSpc>
              <a:spcAft>
                <a:spcPts val="800"/>
              </a:spcAft>
              <a:defRPr sz="2800" b="0">
                <a:solidFill>
                  <a:schemeClr val="accent1"/>
                </a:solidFill>
              </a:defRPr>
            </a:lvl1pPr>
          </a:lstStyle>
          <a:p>
            <a:r>
              <a:rPr lang="en-US" smtClean="0"/>
              <a:t>Click to edit Master title style</a:t>
            </a:r>
            <a:endParaRPr lang="en-US" dirty="0"/>
          </a:p>
        </p:txBody>
      </p:sp>
      <p:sp>
        <p:nvSpPr>
          <p:cNvPr id="5" name="Footer Placeholder 6"/>
          <p:cNvSpPr>
            <a:spLocks noGrp="1"/>
          </p:cNvSpPr>
          <p:nvPr>
            <p:ph type="ftr" sz="quarter" idx="10"/>
          </p:nvPr>
        </p:nvSpPr>
        <p:spPr>
          <a:xfrm>
            <a:off x="568325" y="6465888"/>
            <a:ext cx="5761038" cy="303212"/>
          </a:xfrm>
          <a:prstGeom prst="rect">
            <a:avLst/>
          </a:prstGeom>
        </p:spPr>
        <p:txBody>
          <a:bodyPr/>
          <a:lstStyle>
            <a:lvl1pPr>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val="0"/>
              </a:ext>
            </a:extLst>
          </a:blip>
          <a:srcRect l="24924"/>
          <a:stretch/>
        </p:blipFill>
        <p:spPr>
          <a:xfrm>
            <a:off x="0" y="143"/>
            <a:ext cx="9144000" cy="6857857"/>
          </a:xfrm>
          <a:prstGeom prst="rect">
            <a:avLst/>
          </a:prstGeom>
        </p:spPr>
      </p:pic>
    </p:spTree>
    <p:extLst>
      <p:ext uri="{BB962C8B-B14F-4D97-AF65-F5344CB8AC3E}">
        <p14:creationId xmlns:p14="http://schemas.microsoft.com/office/powerpoint/2010/main" val="40510596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Orange 1">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9" cy="6857999"/>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3" name="Text Placeholder 2"/>
          <p:cNvSpPr>
            <a:spLocks noGrp="1"/>
          </p:cNvSpPr>
          <p:nvPr>
            <p:ph type="body" sz="quarter" idx="10"/>
          </p:nvPr>
        </p:nvSpPr>
        <p:spPr>
          <a:xfrm>
            <a:off x="663575" y="1209675"/>
            <a:ext cx="5658567" cy="993775"/>
          </a:xfrm>
        </p:spPr>
        <p:txBody>
          <a:bodyPr/>
          <a:lstStyle>
            <a:lvl1pPr>
              <a:defRPr sz="3000">
                <a:solidFill>
                  <a:schemeClr val="accent1"/>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2"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14315185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Green 1">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 y="-1"/>
            <a:ext cx="9143998" cy="6857999"/>
          </a:xfrm>
          <a:prstGeom prst="rect">
            <a:avLst/>
          </a:prstGeom>
        </p:spPr>
      </p:pic>
      <p:pic>
        <p:nvPicPr>
          <p:cNvPr id="11" name="Picture 10"/>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5"/>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4255679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urple Blue 1">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dirty="0" smtClean="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rgbClr val="7030A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122045384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Orange 2">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dirty="0" smtClean="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1"/>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10919431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Blue Green 2">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7" cy="6857998"/>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5"/>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1139919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urple Blue 2">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 y="0"/>
            <a:ext cx="9143995" cy="6857996"/>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val="0"/>
              </a:ext>
            </a:extLst>
          </a:blip>
          <a:srcRect l="22894" t="24383" r="2777" b="3474"/>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rgbClr val="7030A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57362915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range 1">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1"/>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35651564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Blue 1">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7" cy="6857998"/>
          </a:xfrm>
          <a:prstGeom prst="rect">
            <a:avLst/>
          </a:prstGeom>
        </p:spPr>
      </p:pic>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5"/>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09435818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Green 1">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7" cy="6857997"/>
          </a:xfrm>
          <a:prstGeom prst="rect">
            <a:avLst/>
          </a:prstGeom>
        </p:spPr>
      </p:pic>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val="0"/>
              </a:ext>
            </a:extLst>
          </a:blip>
          <a:srcRect l="-1487" t="2099" r="1487" b="2285"/>
          <a:stretch/>
        </p:blipFill>
        <p:spPr>
          <a:xfrm>
            <a:off x="-138016" y="1"/>
            <a:ext cx="9282016"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3"/>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191003575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urple 1">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 y="0"/>
            <a:ext cx="9143995" cy="6857997"/>
          </a:xfrm>
          <a:prstGeom prst="rect">
            <a:avLst/>
          </a:prstGeom>
        </p:spPr>
      </p:pic>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rgbClr val="7030A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400264477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Orange 2">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6" name="Picture 5"/>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7" name="Text Placeholder 2"/>
          <p:cNvSpPr>
            <a:spLocks noGrp="1"/>
          </p:cNvSpPr>
          <p:nvPr>
            <p:ph type="body" sz="quarter" idx="10"/>
          </p:nvPr>
        </p:nvSpPr>
        <p:spPr>
          <a:xfrm>
            <a:off x="663575" y="1209675"/>
            <a:ext cx="5658567" cy="993775"/>
          </a:xfrm>
        </p:spPr>
        <p:txBody>
          <a:bodyPr/>
          <a:lstStyle>
            <a:lvl1pPr>
              <a:defRPr sz="3000">
                <a:solidFill>
                  <a:schemeClr val="accent1"/>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313210771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Blue 2 ">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7" cy="6857998"/>
          </a:xfrm>
          <a:prstGeom prst="rect">
            <a:avLst/>
          </a:prstGeom>
        </p:spPr>
      </p:pic>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Text Placeholder 2"/>
          <p:cNvSpPr>
            <a:spLocks noGrp="1"/>
          </p:cNvSpPr>
          <p:nvPr>
            <p:ph type="body" sz="quarter" idx="10"/>
          </p:nvPr>
        </p:nvSpPr>
        <p:spPr>
          <a:xfrm>
            <a:off x="663575" y="1209675"/>
            <a:ext cx="5658567" cy="993775"/>
          </a:xfrm>
        </p:spPr>
        <p:txBody>
          <a:bodyPr/>
          <a:lstStyle>
            <a:lvl1pPr>
              <a:defRPr sz="3000">
                <a:solidFill>
                  <a:schemeClr val="accent5"/>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269123227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Green 2">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7" cy="6857997"/>
          </a:xfrm>
          <a:prstGeom prst="rect">
            <a:avLst/>
          </a:prstGeom>
        </p:spPr>
      </p:pic>
      <p:pic>
        <p:nvPicPr>
          <p:cNvPr id="6" name="Picture 5"/>
          <p:cNvPicPr>
            <a:picLocks noChangeAspect="1"/>
          </p:cNvPicPr>
          <p:nvPr userDrawn="1"/>
        </p:nvPicPr>
        <p:blipFill rotWithShape="1">
          <a:blip r:embed="rId3" cstate="email">
            <a:extLst>
              <a:ext uri="{28A0092B-C50C-407E-A947-70E740481C1C}">
                <a14:useLocalDpi xmlns:a14="http://schemas.microsoft.com/office/drawing/2010/main" val="0"/>
              </a:ext>
            </a:extLst>
          </a:blip>
          <a:srcRect t="2099" r="1487" b="2285"/>
          <a:stretch/>
        </p:blipFill>
        <p:spPr>
          <a:xfrm>
            <a:off x="0" y="1"/>
            <a:ext cx="9144000"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7" name="Text Placeholder 2"/>
          <p:cNvSpPr>
            <a:spLocks noGrp="1"/>
          </p:cNvSpPr>
          <p:nvPr>
            <p:ph type="body" sz="quarter" idx="10"/>
          </p:nvPr>
        </p:nvSpPr>
        <p:spPr>
          <a:xfrm>
            <a:off x="663575" y="1209675"/>
            <a:ext cx="5658567" cy="993775"/>
          </a:xfrm>
        </p:spPr>
        <p:txBody>
          <a:bodyPr/>
          <a:lstStyle>
            <a:lvl1pPr>
              <a:defRPr sz="3000">
                <a:solidFill>
                  <a:schemeClr val="accent3"/>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62430531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Purple 2">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 y="0"/>
            <a:ext cx="9143995" cy="6857996"/>
          </a:xfrm>
          <a:prstGeom prst="rect">
            <a:avLst/>
          </a:prstGeom>
        </p:spPr>
      </p:pic>
      <p:pic>
        <p:nvPicPr>
          <p:cNvPr id="6" name="Picture 5"/>
          <p:cNvPicPr>
            <a:picLocks noChangeAspect="1"/>
          </p:cNvPicPr>
          <p:nvPr userDrawn="1"/>
        </p:nvPicPr>
        <p:blipFill rotWithShape="1">
          <a:blip r:embed="rId3"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7" name="Text Placeholder 2"/>
          <p:cNvSpPr>
            <a:spLocks noGrp="1"/>
          </p:cNvSpPr>
          <p:nvPr>
            <p:ph type="body" sz="quarter" idx="10"/>
          </p:nvPr>
        </p:nvSpPr>
        <p:spPr>
          <a:xfrm>
            <a:off x="663575" y="1209675"/>
            <a:ext cx="5658567" cy="993775"/>
          </a:xfrm>
        </p:spPr>
        <p:txBody>
          <a:bodyPr/>
          <a:lstStyle>
            <a:lvl1pPr>
              <a:defRPr sz="3000">
                <a:solidFill>
                  <a:srgbClr val="7030A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0" name="Text Placeholder 8"/>
          <p:cNvSpPr>
            <a:spLocks noGrp="1"/>
          </p:cNvSpPr>
          <p:nvPr>
            <p:ph type="body" sz="quarter" idx="11"/>
          </p:nvPr>
        </p:nvSpPr>
        <p:spPr>
          <a:xfrm>
            <a:off x="663575" y="2209800"/>
            <a:ext cx="4734335" cy="75723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123064699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Orange 3">
    <p:spTree>
      <p:nvGrpSpPr>
        <p:cNvPr id="1" name=""/>
        <p:cNvGrpSpPr/>
        <p:nvPr/>
      </p:nvGrpSpPr>
      <p:grpSpPr>
        <a:xfrm>
          <a:off x="0" y="0"/>
          <a:ext cx="0" cy="0"/>
          <a:chOff x="0" y="0"/>
          <a:chExt cx="0" cy="0"/>
        </a:xfrm>
      </p:grpSpPr>
      <p:sp>
        <p:nvSpPr>
          <p:cNvPr id="9" name="Rounded Rectangle 8"/>
          <p:cNvSpPr/>
          <p:nvPr userDrawn="1"/>
        </p:nvSpPr>
        <p:spPr>
          <a:xfrm>
            <a:off x="0" y="0"/>
            <a:ext cx="9144000" cy="6858000"/>
          </a:xfrm>
          <a:prstGeom prst="roundRect">
            <a:avLst>
              <a:gd name="adj" fmla="val 0"/>
            </a:avLst>
          </a:prstGeom>
          <a:gradFill>
            <a:gsLst>
              <a:gs pos="0">
                <a:schemeClr val="accent2"/>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ed Rectangle 9"/>
          <p:cNvSpPr/>
          <p:nvPr userDrawn="1"/>
        </p:nvSpPr>
        <p:spPr>
          <a:xfrm>
            <a:off x="228601" y="225425"/>
            <a:ext cx="6249310" cy="6400800"/>
          </a:xfrm>
          <a:prstGeom prst="roundRect">
            <a:avLst>
              <a:gd name="adj" fmla="val 129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8" name="Text Placeholder 2"/>
          <p:cNvSpPr>
            <a:spLocks noGrp="1"/>
          </p:cNvSpPr>
          <p:nvPr>
            <p:ph type="body" sz="quarter" idx="10"/>
          </p:nvPr>
        </p:nvSpPr>
        <p:spPr>
          <a:xfrm>
            <a:off x="663575" y="1855586"/>
            <a:ext cx="5658567" cy="993775"/>
          </a:xfrm>
        </p:spPr>
        <p:txBody>
          <a:bodyPr/>
          <a:lstStyle>
            <a:lvl1pPr>
              <a:defRPr sz="3000">
                <a:solidFill>
                  <a:schemeClr val="accent1"/>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93738" y="2876928"/>
            <a:ext cx="4734335" cy="63318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147719626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Blue 3">
    <p:spTree>
      <p:nvGrpSpPr>
        <p:cNvPr id="1" name=""/>
        <p:cNvGrpSpPr/>
        <p:nvPr/>
      </p:nvGrpSpPr>
      <p:grpSpPr>
        <a:xfrm>
          <a:off x="0" y="0"/>
          <a:ext cx="0" cy="0"/>
          <a:chOff x="0" y="0"/>
          <a:chExt cx="0" cy="0"/>
        </a:xfrm>
      </p:grpSpPr>
      <p:sp>
        <p:nvSpPr>
          <p:cNvPr id="15" name="Rounded Rectangle 14"/>
          <p:cNvSpPr/>
          <p:nvPr userDrawn="1"/>
        </p:nvSpPr>
        <p:spPr>
          <a:xfrm>
            <a:off x="0" y="0"/>
            <a:ext cx="9144000" cy="6858000"/>
          </a:xfrm>
          <a:prstGeom prst="roundRect">
            <a:avLst>
              <a:gd name="adj" fmla="val 0"/>
            </a:avLst>
          </a:prstGeom>
          <a:gradFill>
            <a:gsLst>
              <a:gs pos="0">
                <a:schemeClr val="accent6"/>
              </a:gs>
              <a:gs pos="100000">
                <a:schemeClr val="accent5"/>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ed Rectangle 9"/>
          <p:cNvSpPr/>
          <p:nvPr userDrawn="1"/>
        </p:nvSpPr>
        <p:spPr>
          <a:xfrm>
            <a:off x="228601" y="225425"/>
            <a:ext cx="6249310" cy="6400800"/>
          </a:xfrm>
          <a:prstGeom prst="roundRect">
            <a:avLst>
              <a:gd name="adj" fmla="val 129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8" name="Text Placeholder 2"/>
          <p:cNvSpPr>
            <a:spLocks noGrp="1"/>
          </p:cNvSpPr>
          <p:nvPr>
            <p:ph type="body" sz="quarter" idx="10"/>
          </p:nvPr>
        </p:nvSpPr>
        <p:spPr>
          <a:xfrm>
            <a:off x="663575" y="1855586"/>
            <a:ext cx="5658567" cy="993775"/>
          </a:xfrm>
        </p:spPr>
        <p:txBody>
          <a:bodyPr/>
          <a:lstStyle>
            <a:lvl1pPr>
              <a:defRPr sz="3000">
                <a:solidFill>
                  <a:schemeClr val="accent5"/>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93738" y="2876928"/>
            <a:ext cx="4734335" cy="63318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745440239"/>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Green 3">
    <p:spTree>
      <p:nvGrpSpPr>
        <p:cNvPr id="1" name=""/>
        <p:cNvGrpSpPr/>
        <p:nvPr/>
      </p:nvGrpSpPr>
      <p:grpSpPr>
        <a:xfrm>
          <a:off x="0" y="0"/>
          <a:ext cx="0" cy="0"/>
          <a:chOff x="0" y="0"/>
          <a:chExt cx="0" cy="0"/>
        </a:xfrm>
      </p:grpSpPr>
      <p:sp>
        <p:nvSpPr>
          <p:cNvPr id="12" name="Rounded Rectangle 11"/>
          <p:cNvSpPr/>
          <p:nvPr userDrawn="1"/>
        </p:nvSpPr>
        <p:spPr>
          <a:xfrm>
            <a:off x="0" y="0"/>
            <a:ext cx="9144000" cy="6858000"/>
          </a:xfrm>
          <a:prstGeom prst="roundRect">
            <a:avLst>
              <a:gd name="adj" fmla="val 0"/>
            </a:avLst>
          </a:prstGeom>
          <a:gradFill>
            <a:gsLst>
              <a:gs pos="0">
                <a:schemeClr val="accent4"/>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ed Rectangle 9"/>
          <p:cNvSpPr/>
          <p:nvPr userDrawn="1"/>
        </p:nvSpPr>
        <p:spPr>
          <a:xfrm>
            <a:off x="228601" y="225425"/>
            <a:ext cx="6249310" cy="6400800"/>
          </a:xfrm>
          <a:prstGeom prst="roundRect">
            <a:avLst>
              <a:gd name="adj" fmla="val 129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8" name="Text Placeholder 2"/>
          <p:cNvSpPr>
            <a:spLocks noGrp="1"/>
          </p:cNvSpPr>
          <p:nvPr>
            <p:ph type="body" sz="quarter" idx="10"/>
          </p:nvPr>
        </p:nvSpPr>
        <p:spPr>
          <a:xfrm>
            <a:off x="663575" y="1855586"/>
            <a:ext cx="5658567" cy="993775"/>
          </a:xfrm>
        </p:spPr>
        <p:txBody>
          <a:bodyPr/>
          <a:lstStyle>
            <a:lvl1pPr>
              <a:defRPr sz="3000">
                <a:solidFill>
                  <a:schemeClr val="accent3"/>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9" name="Text Placeholder 8"/>
          <p:cNvSpPr>
            <a:spLocks noGrp="1"/>
          </p:cNvSpPr>
          <p:nvPr>
            <p:ph type="body" sz="quarter" idx="11"/>
          </p:nvPr>
        </p:nvSpPr>
        <p:spPr>
          <a:xfrm>
            <a:off x="693738" y="2876928"/>
            <a:ext cx="4734335" cy="63318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74544023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Purple 3">
    <p:spTree>
      <p:nvGrpSpPr>
        <p:cNvPr id="1" name=""/>
        <p:cNvGrpSpPr/>
        <p:nvPr/>
      </p:nvGrpSpPr>
      <p:grpSpPr>
        <a:xfrm>
          <a:off x="0" y="0"/>
          <a:ext cx="0" cy="0"/>
          <a:chOff x="0" y="0"/>
          <a:chExt cx="0" cy="0"/>
        </a:xfrm>
      </p:grpSpPr>
      <p:sp>
        <p:nvSpPr>
          <p:cNvPr id="9" name="Rounded Rectangle 8"/>
          <p:cNvSpPr/>
          <p:nvPr userDrawn="1"/>
        </p:nvSpPr>
        <p:spPr>
          <a:xfrm>
            <a:off x="0" y="0"/>
            <a:ext cx="9144000" cy="6858000"/>
          </a:xfrm>
          <a:prstGeom prst="roundRect">
            <a:avLst>
              <a:gd name="adj" fmla="val 0"/>
            </a:avLst>
          </a:prstGeom>
          <a:gradFill>
            <a:gsLst>
              <a:gs pos="0">
                <a:srgbClr val="DA0081"/>
              </a:gs>
              <a:gs pos="100000">
                <a:srgbClr val="81017E"/>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ed Rectangle 9"/>
          <p:cNvSpPr/>
          <p:nvPr userDrawn="1"/>
        </p:nvSpPr>
        <p:spPr>
          <a:xfrm>
            <a:off x="228601" y="225425"/>
            <a:ext cx="6249310" cy="6400800"/>
          </a:xfrm>
          <a:prstGeom prst="roundRect">
            <a:avLst>
              <a:gd name="adj" fmla="val 129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8" name="Text Placeholder 2"/>
          <p:cNvSpPr>
            <a:spLocks noGrp="1"/>
          </p:cNvSpPr>
          <p:nvPr>
            <p:ph type="body" sz="quarter" idx="10"/>
          </p:nvPr>
        </p:nvSpPr>
        <p:spPr>
          <a:xfrm>
            <a:off x="663575" y="1855586"/>
            <a:ext cx="5658567" cy="993775"/>
          </a:xfrm>
        </p:spPr>
        <p:txBody>
          <a:bodyPr/>
          <a:lstStyle>
            <a:lvl1pPr>
              <a:defRPr sz="3000">
                <a:solidFill>
                  <a:srgbClr val="7030A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93738" y="2876928"/>
            <a:ext cx="4734335" cy="63318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2112989724"/>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Dark Blue 3">
    <p:spTree>
      <p:nvGrpSpPr>
        <p:cNvPr id="1" name=""/>
        <p:cNvGrpSpPr/>
        <p:nvPr/>
      </p:nvGrpSpPr>
      <p:grpSpPr>
        <a:xfrm>
          <a:off x="0" y="0"/>
          <a:ext cx="0" cy="0"/>
          <a:chOff x="0" y="0"/>
          <a:chExt cx="0" cy="0"/>
        </a:xfrm>
      </p:grpSpPr>
      <p:sp>
        <p:nvSpPr>
          <p:cNvPr id="9" name="Rounded Rectangle 8"/>
          <p:cNvSpPr/>
          <p:nvPr userDrawn="1"/>
        </p:nvSpPr>
        <p:spPr>
          <a:xfrm>
            <a:off x="0" y="0"/>
            <a:ext cx="9144000" cy="6858000"/>
          </a:xfrm>
          <a:prstGeom prst="roundRect">
            <a:avLst>
              <a:gd name="adj" fmla="val 0"/>
            </a:avLst>
          </a:prstGeom>
          <a:gradFill>
            <a:gsLst>
              <a:gs pos="0">
                <a:schemeClr val="accent5"/>
              </a:gs>
              <a:gs pos="100000">
                <a:srgbClr val="0C2577"/>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ed Rectangle 9"/>
          <p:cNvSpPr/>
          <p:nvPr userDrawn="1"/>
        </p:nvSpPr>
        <p:spPr>
          <a:xfrm>
            <a:off x="228601" y="225425"/>
            <a:ext cx="6249310" cy="6400800"/>
          </a:xfrm>
          <a:prstGeom prst="roundRect">
            <a:avLst>
              <a:gd name="adj" fmla="val 129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8" name="Text Placeholder 2"/>
          <p:cNvSpPr>
            <a:spLocks noGrp="1"/>
          </p:cNvSpPr>
          <p:nvPr>
            <p:ph type="body" sz="quarter" idx="10"/>
          </p:nvPr>
        </p:nvSpPr>
        <p:spPr>
          <a:xfrm>
            <a:off x="663575" y="1855586"/>
            <a:ext cx="5658567" cy="993775"/>
          </a:xfrm>
        </p:spPr>
        <p:txBody>
          <a:bodyPr/>
          <a:lstStyle>
            <a:lvl1pPr>
              <a:defRPr sz="3000">
                <a:solidFill>
                  <a:srgbClr val="0070C0"/>
                </a:solidFill>
              </a:defRPr>
            </a:lvl1pPr>
            <a:lvl2pPr>
              <a:defRPr sz="3200"/>
            </a:lvl2pPr>
            <a:lvl3pPr>
              <a:defRPr sz="3200"/>
            </a:lvl3pPr>
            <a:lvl4pPr>
              <a:defRPr sz="3200"/>
            </a:lvl4pPr>
            <a:lvl5pPr>
              <a:defRPr sz="3200"/>
            </a:lvl5pPr>
          </a:lstStyle>
          <a:p>
            <a:pPr lvl="0"/>
            <a:r>
              <a:rPr lang="en-US" smtClean="0"/>
              <a:t>Click to edit Master text styles</a:t>
            </a:r>
          </a:p>
        </p:txBody>
      </p:sp>
      <p:sp>
        <p:nvSpPr>
          <p:cNvPr id="11" name="Text Placeholder 8"/>
          <p:cNvSpPr>
            <a:spLocks noGrp="1"/>
          </p:cNvSpPr>
          <p:nvPr>
            <p:ph type="body" sz="quarter" idx="11"/>
          </p:nvPr>
        </p:nvSpPr>
        <p:spPr>
          <a:xfrm>
            <a:off x="693738" y="2876928"/>
            <a:ext cx="4734335" cy="633188"/>
          </a:xfrm>
        </p:spPr>
        <p:txBody>
          <a:bodyPr/>
          <a:lstStyle>
            <a:lvl1pPr>
              <a:defRPr sz="1800"/>
            </a:lvl1pPr>
          </a:lstStyle>
          <a:p>
            <a:pPr lvl="0"/>
            <a:r>
              <a:rPr lang="en-US" smtClean="0"/>
              <a:t>Click to edit Master text styles</a:t>
            </a:r>
          </a:p>
        </p:txBody>
      </p:sp>
    </p:spTree>
    <p:extLst>
      <p:ext uri="{BB962C8B-B14F-4D97-AF65-F5344CB8AC3E}">
        <p14:creationId xmlns:p14="http://schemas.microsoft.com/office/powerpoint/2010/main" val="21129897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Orange">
    <p:bg>
      <p:bgPr>
        <a:solidFill>
          <a:schemeClr val="bg2"/>
        </a:solidFill>
        <a:effectLst/>
      </p:bgPr>
    </p:bg>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9" name="Rounded Rectangle 8"/>
          <p:cNvSpPr/>
          <p:nvPr userDrawn="1"/>
        </p:nvSpPr>
        <p:spPr>
          <a:xfrm>
            <a:off x="357189" y="1296847"/>
            <a:ext cx="8428890" cy="3903978"/>
          </a:xfrm>
          <a:prstGeom prst="roundRect">
            <a:avLst>
              <a:gd name="adj" fmla="val 2157"/>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04817" y="1368689"/>
            <a:ext cx="565793" cy="442918"/>
          </a:xfrm>
          <a:prstGeom prst="rect">
            <a:avLst/>
          </a:prstGeom>
        </p:spPr>
      </p:pic>
      <p:pic>
        <p:nvPicPr>
          <p:cNvPr id="11" name="Picture 10"/>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48915" y="4691319"/>
            <a:ext cx="528645" cy="442918"/>
          </a:xfrm>
          <a:prstGeom prst="rect">
            <a:avLst/>
          </a:prstGeom>
        </p:spPr>
      </p:pic>
      <p:sp>
        <p:nvSpPr>
          <p:cNvPr id="3" name="Text Placeholder 2"/>
          <p:cNvSpPr>
            <a:spLocks noGrp="1"/>
          </p:cNvSpPr>
          <p:nvPr>
            <p:ph type="body" sz="quarter" idx="10"/>
          </p:nvPr>
        </p:nvSpPr>
        <p:spPr>
          <a:xfrm>
            <a:off x="1062038" y="1811338"/>
            <a:ext cx="6951662" cy="2879725"/>
          </a:xfrm>
        </p:spPr>
        <p:txBody>
          <a:bodyPr/>
          <a:lstStyle>
            <a:lvl1pPr>
              <a:defRPr sz="3000">
                <a:solidFill>
                  <a:schemeClr val="accent1"/>
                </a:solidFill>
              </a:defRPr>
            </a:lvl1pPr>
          </a:lstStyle>
          <a:p>
            <a:pPr lvl="0"/>
            <a:r>
              <a:rPr lang="en-US" smtClean="0"/>
              <a:t>Click to edit Master text styles</a:t>
            </a:r>
          </a:p>
        </p:txBody>
      </p:sp>
    </p:spTree>
    <p:extLst>
      <p:ext uri="{BB962C8B-B14F-4D97-AF65-F5344CB8AC3E}">
        <p14:creationId xmlns:p14="http://schemas.microsoft.com/office/powerpoint/2010/main" val="119334890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Blu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9" name="Rounded Rectangle 8"/>
          <p:cNvSpPr/>
          <p:nvPr userDrawn="1"/>
        </p:nvSpPr>
        <p:spPr>
          <a:xfrm>
            <a:off x="357189" y="1296847"/>
            <a:ext cx="8428890" cy="3903978"/>
          </a:xfrm>
          <a:prstGeom prst="roundRect">
            <a:avLst>
              <a:gd name="adj" fmla="val 2157"/>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6" name="Picture 1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04817" y="1368689"/>
            <a:ext cx="565793" cy="442917"/>
          </a:xfrm>
          <a:prstGeom prst="rect">
            <a:avLst/>
          </a:prstGeom>
        </p:spPr>
      </p:pic>
      <p:pic>
        <p:nvPicPr>
          <p:cNvPr id="17" name="Picture 16"/>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48915" y="4691319"/>
            <a:ext cx="528645" cy="442917"/>
          </a:xfrm>
          <a:prstGeom prst="rect">
            <a:avLst/>
          </a:prstGeom>
        </p:spPr>
      </p:pic>
      <p:sp>
        <p:nvSpPr>
          <p:cNvPr id="10" name="Text Placeholder 2"/>
          <p:cNvSpPr>
            <a:spLocks noGrp="1"/>
          </p:cNvSpPr>
          <p:nvPr>
            <p:ph type="body" sz="quarter" idx="10"/>
          </p:nvPr>
        </p:nvSpPr>
        <p:spPr>
          <a:xfrm>
            <a:off x="1062038" y="1811338"/>
            <a:ext cx="6951662" cy="2879725"/>
          </a:xfrm>
        </p:spPr>
        <p:txBody>
          <a:bodyPr/>
          <a:lstStyle>
            <a:lvl1pPr>
              <a:defRPr sz="3000">
                <a:solidFill>
                  <a:schemeClr val="accent5"/>
                </a:solidFill>
              </a:defRPr>
            </a:lvl1pPr>
          </a:lstStyle>
          <a:p>
            <a:pPr lvl="0"/>
            <a:r>
              <a:rPr lang="en-US" smtClean="0"/>
              <a:t>Click to edit Master text styles</a:t>
            </a:r>
          </a:p>
        </p:txBody>
      </p:sp>
    </p:spTree>
    <p:extLst>
      <p:ext uri="{BB962C8B-B14F-4D97-AF65-F5344CB8AC3E}">
        <p14:creationId xmlns:p14="http://schemas.microsoft.com/office/powerpoint/2010/main" val="351413902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Green">
    <p:bg>
      <p:bgPr>
        <a:solidFill>
          <a:schemeClr val="bg2"/>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9" name="Rounded Rectangle 8"/>
          <p:cNvSpPr/>
          <p:nvPr userDrawn="1"/>
        </p:nvSpPr>
        <p:spPr>
          <a:xfrm>
            <a:off x="357189" y="1296847"/>
            <a:ext cx="8428890" cy="3903978"/>
          </a:xfrm>
          <a:prstGeom prst="roundRect">
            <a:avLst>
              <a:gd name="adj" fmla="val 2157"/>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1" name="Picture 1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04817" y="1368688"/>
            <a:ext cx="565793" cy="442917"/>
          </a:xfrm>
          <a:prstGeom prst="rect">
            <a:avLst/>
          </a:prstGeom>
        </p:spPr>
      </p:pic>
      <p:pic>
        <p:nvPicPr>
          <p:cNvPr id="12" name="Picture 1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48915" y="4691318"/>
            <a:ext cx="528645" cy="442917"/>
          </a:xfrm>
          <a:prstGeom prst="rect">
            <a:avLst/>
          </a:prstGeom>
        </p:spPr>
      </p:pic>
      <p:sp>
        <p:nvSpPr>
          <p:cNvPr id="10" name="Text Placeholder 2"/>
          <p:cNvSpPr>
            <a:spLocks noGrp="1"/>
          </p:cNvSpPr>
          <p:nvPr>
            <p:ph type="body" sz="quarter" idx="10"/>
          </p:nvPr>
        </p:nvSpPr>
        <p:spPr>
          <a:xfrm>
            <a:off x="1062038" y="1811338"/>
            <a:ext cx="6951662" cy="2879725"/>
          </a:xfrm>
        </p:spPr>
        <p:txBody>
          <a:bodyPr/>
          <a:lstStyle>
            <a:lvl1pPr>
              <a:defRPr sz="3000">
                <a:solidFill>
                  <a:schemeClr val="accent3"/>
                </a:solidFill>
              </a:defRPr>
            </a:lvl1pPr>
          </a:lstStyle>
          <a:p>
            <a:pPr lvl="0"/>
            <a:r>
              <a:rPr lang="en-US" smtClean="0"/>
              <a:t>Click to edit Master text styles</a:t>
            </a:r>
          </a:p>
        </p:txBody>
      </p:sp>
    </p:spTree>
    <p:extLst>
      <p:ext uri="{BB962C8B-B14F-4D97-AF65-F5344CB8AC3E}">
        <p14:creationId xmlns:p14="http://schemas.microsoft.com/office/powerpoint/2010/main" val="2362721834"/>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9" name="Rounded Rectangle 8"/>
          <p:cNvSpPr/>
          <p:nvPr userDrawn="1"/>
        </p:nvSpPr>
        <p:spPr>
          <a:xfrm>
            <a:off x="357189" y="1296847"/>
            <a:ext cx="8428890" cy="3903978"/>
          </a:xfrm>
          <a:prstGeom prst="roundRect">
            <a:avLst>
              <a:gd name="adj" fmla="val 2157"/>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6" name="Picture 15"/>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04817" y="1368689"/>
            <a:ext cx="565793" cy="442917"/>
          </a:xfrm>
          <a:prstGeom prst="rect">
            <a:avLst/>
          </a:prstGeom>
        </p:spPr>
      </p:pic>
      <p:pic>
        <p:nvPicPr>
          <p:cNvPr id="17" name="Picture 16"/>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48915" y="4691319"/>
            <a:ext cx="528645" cy="442917"/>
          </a:xfrm>
          <a:prstGeom prst="rect">
            <a:avLst/>
          </a:prstGeom>
        </p:spPr>
      </p:pic>
      <p:sp>
        <p:nvSpPr>
          <p:cNvPr id="10" name="Text Placeholder 2"/>
          <p:cNvSpPr>
            <a:spLocks noGrp="1"/>
          </p:cNvSpPr>
          <p:nvPr>
            <p:ph type="body" sz="quarter" idx="10"/>
          </p:nvPr>
        </p:nvSpPr>
        <p:spPr>
          <a:xfrm>
            <a:off x="1062038" y="1811338"/>
            <a:ext cx="6951662" cy="2879725"/>
          </a:xfrm>
        </p:spPr>
        <p:txBody>
          <a:bodyPr/>
          <a:lstStyle>
            <a:lvl1pPr>
              <a:defRPr sz="3000">
                <a:solidFill>
                  <a:srgbClr val="7030A0"/>
                </a:solidFill>
              </a:defRPr>
            </a:lvl1pPr>
          </a:lstStyle>
          <a:p>
            <a:pPr lvl="0"/>
            <a:r>
              <a:rPr lang="en-US" smtClean="0"/>
              <a:t>Click to edit Master text styles</a:t>
            </a:r>
          </a:p>
        </p:txBody>
      </p:sp>
    </p:spTree>
    <p:extLst>
      <p:ext uri="{BB962C8B-B14F-4D97-AF65-F5344CB8AC3E}">
        <p14:creationId xmlns:p14="http://schemas.microsoft.com/office/powerpoint/2010/main" val="3273922511"/>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Dark Blue">
    <p:bg>
      <p:bgPr>
        <a:solidFill>
          <a:schemeClr val="bg2"/>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9" name="Rounded Rectangle 8"/>
          <p:cNvSpPr/>
          <p:nvPr userDrawn="1"/>
        </p:nvSpPr>
        <p:spPr>
          <a:xfrm>
            <a:off x="357189" y="1296847"/>
            <a:ext cx="8428890" cy="3903978"/>
          </a:xfrm>
          <a:prstGeom prst="roundRect">
            <a:avLst>
              <a:gd name="adj" fmla="val 2157"/>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11" name="Picture 1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04817" y="1368689"/>
            <a:ext cx="565793" cy="442917"/>
          </a:xfrm>
          <a:prstGeom prst="rect">
            <a:avLst/>
          </a:prstGeom>
        </p:spPr>
      </p:pic>
      <p:pic>
        <p:nvPicPr>
          <p:cNvPr id="12" name="Picture 1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48915" y="4691319"/>
            <a:ext cx="528645" cy="442917"/>
          </a:xfrm>
          <a:prstGeom prst="rect">
            <a:avLst/>
          </a:prstGeom>
        </p:spPr>
      </p:pic>
      <p:sp>
        <p:nvSpPr>
          <p:cNvPr id="10" name="Text Placeholder 2"/>
          <p:cNvSpPr>
            <a:spLocks noGrp="1"/>
          </p:cNvSpPr>
          <p:nvPr>
            <p:ph type="body" sz="quarter" idx="10"/>
          </p:nvPr>
        </p:nvSpPr>
        <p:spPr>
          <a:xfrm>
            <a:off x="1062038" y="1811338"/>
            <a:ext cx="6951662" cy="2879725"/>
          </a:xfrm>
        </p:spPr>
        <p:txBody>
          <a:bodyPr/>
          <a:lstStyle>
            <a:lvl1pPr>
              <a:defRPr sz="3000">
                <a:solidFill>
                  <a:schemeClr val="accent5">
                    <a:lumMod val="75000"/>
                  </a:schemeClr>
                </a:solidFill>
              </a:defRPr>
            </a:lvl1pPr>
          </a:lstStyle>
          <a:p>
            <a:pPr lvl="0"/>
            <a:r>
              <a:rPr lang="en-US" smtClean="0"/>
              <a:t>Click to edit Master text styles</a:t>
            </a:r>
          </a:p>
        </p:txBody>
      </p:sp>
    </p:spTree>
    <p:extLst>
      <p:ext uri="{BB962C8B-B14F-4D97-AF65-F5344CB8AC3E}">
        <p14:creationId xmlns:p14="http://schemas.microsoft.com/office/powerpoint/2010/main" val="3530039008"/>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full bleed">
    <p:spTree>
      <p:nvGrpSpPr>
        <p:cNvPr id="1" name=""/>
        <p:cNvGrpSpPr/>
        <p:nvPr/>
      </p:nvGrpSpPr>
      <p:grpSpPr>
        <a:xfrm>
          <a:off x="0" y="0"/>
          <a:ext cx="0" cy="0"/>
          <a:chOff x="0" y="0"/>
          <a:chExt cx="0" cy="0"/>
        </a:xfrm>
      </p:grpSpPr>
      <p:sp>
        <p:nvSpPr>
          <p:cNvPr id="7" name="Picture Placeholder 6"/>
          <p:cNvSpPr>
            <a:spLocks noGrp="1"/>
          </p:cNvSpPr>
          <p:nvPr>
            <p:ph type="pic" sz="quarter" idx="12"/>
          </p:nvPr>
        </p:nvSpPr>
        <p:spPr>
          <a:xfrm>
            <a:off x="0" y="0"/>
            <a:ext cx="9144000" cy="6858000"/>
          </a:xfrm>
          <a:solidFill>
            <a:schemeClr val="tx1"/>
          </a:solidFill>
        </p:spPr>
        <p:txBody>
          <a:bodyPr rtlCol="0">
            <a:normAutofit/>
          </a:bodyPr>
          <a:lstStyle/>
          <a:p>
            <a:pPr lvl="0"/>
            <a:r>
              <a:rPr lang="en-US" noProof="0" smtClean="0"/>
              <a:t>Click icon to add picture</a:t>
            </a:r>
            <a:endParaRPr lang="en-US" noProof="0" dirty="0"/>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4272704809"/>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no bleed">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Text Placeholder 2"/>
          <p:cNvSpPr>
            <a:spLocks noGrp="1"/>
          </p:cNvSpPr>
          <p:nvPr>
            <p:ph type="body" sz="quarter" idx="20"/>
          </p:nvPr>
        </p:nvSpPr>
        <p:spPr>
          <a:xfrm>
            <a:off x="566928" y="521208"/>
            <a:ext cx="7888287" cy="596900"/>
          </a:xfrm>
        </p:spPr>
        <p:txBody>
          <a:bodyPr>
            <a:normAutofit/>
          </a:bodyPr>
          <a:lstStyle>
            <a:lvl1pPr>
              <a:defRPr sz="2400" b="0">
                <a:solidFill>
                  <a:srgbClr val="067AB4"/>
                </a:solidFill>
              </a:defRPr>
            </a:lvl1pPr>
          </a:lstStyle>
          <a:p>
            <a:pPr lvl="0"/>
            <a:r>
              <a:rPr lang="en-US" smtClean="0"/>
              <a:t>Click to edit Master text styles</a:t>
            </a: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3" name="Picture Placeholder 2"/>
          <p:cNvSpPr>
            <a:spLocks noGrp="1"/>
          </p:cNvSpPr>
          <p:nvPr>
            <p:ph type="pic" sz="quarter" idx="21"/>
          </p:nvPr>
        </p:nvSpPr>
        <p:spPr>
          <a:xfrm>
            <a:off x="357188" y="1096789"/>
            <a:ext cx="8429625" cy="4973637"/>
          </a:xfrm>
          <a:prstGeom prst="roundRect">
            <a:avLst>
              <a:gd name="adj" fmla="val 2312"/>
            </a:avLst>
          </a:prstGeom>
          <a:solidFill>
            <a:schemeClr val="tx1"/>
          </a:solidFill>
        </p:spPr>
        <p:txBody>
          <a:bodyPr/>
          <a:lstStyle/>
          <a:p>
            <a:r>
              <a:rPr lang="en-US" smtClean="0"/>
              <a:t>Click icon to add picture</a:t>
            </a:r>
            <a:endParaRPr lang="en-US"/>
          </a:p>
        </p:txBody>
      </p:sp>
    </p:spTree>
    <p:extLst>
      <p:ext uri="{BB962C8B-B14F-4D97-AF65-F5344CB8AC3E}">
        <p14:creationId xmlns:p14="http://schemas.microsoft.com/office/powerpoint/2010/main" val="1237987727"/>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image 3 side bleed">
    <p:spTree>
      <p:nvGrpSpPr>
        <p:cNvPr id="1" name=""/>
        <p:cNvGrpSpPr/>
        <p:nvPr/>
      </p:nvGrpSpPr>
      <p:grpSpPr>
        <a:xfrm>
          <a:off x="0" y="0"/>
          <a:ext cx="0" cy="0"/>
          <a:chOff x="0" y="0"/>
          <a:chExt cx="0" cy="0"/>
        </a:xfrm>
      </p:grpSpPr>
      <p:sp>
        <p:nvSpPr>
          <p:cNvPr id="5" name="Picture Placeholder 4"/>
          <p:cNvSpPr>
            <a:spLocks noGrp="1"/>
          </p:cNvSpPr>
          <p:nvPr>
            <p:ph type="pic" sz="quarter" idx="12"/>
          </p:nvPr>
        </p:nvSpPr>
        <p:spPr>
          <a:xfrm>
            <a:off x="-13448" y="1143000"/>
            <a:ext cx="9157447" cy="5715000"/>
          </a:xfrm>
          <a:prstGeom prst="rect">
            <a:avLst/>
          </a:prstGeom>
          <a:solidFill>
            <a:schemeClr val="tx1"/>
          </a:solidFill>
          <a:ln>
            <a:solidFill>
              <a:srgbClr val="000000">
                <a:alpha val="0"/>
              </a:srgbClr>
            </a:solidFill>
          </a:ln>
        </p:spPr>
        <p:txBody>
          <a:bodyPr rtlCol="0" anchor="ctr">
            <a:normAutofit/>
          </a:bodyPr>
          <a:lstStyle>
            <a:lvl1pPr algn="ctr">
              <a:defRPr/>
            </a:lvl1pPr>
          </a:lstStyle>
          <a:p>
            <a:pPr lvl="0"/>
            <a:r>
              <a:rPr lang="en-US" noProof="0" smtClean="0"/>
              <a:t>Click icon to add picture</a:t>
            </a:r>
            <a:endParaRPr lang="en-US" noProof="0" dirty="0"/>
          </a:p>
        </p:txBody>
      </p:sp>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Text Placeholder 2"/>
          <p:cNvSpPr>
            <a:spLocks noGrp="1"/>
          </p:cNvSpPr>
          <p:nvPr>
            <p:ph type="body" sz="quarter" idx="20"/>
          </p:nvPr>
        </p:nvSpPr>
        <p:spPr>
          <a:xfrm>
            <a:off x="566928" y="521208"/>
            <a:ext cx="7888287" cy="596900"/>
          </a:xfrm>
        </p:spPr>
        <p:txBody>
          <a:bodyPr>
            <a:normAutofit/>
          </a:bodyPr>
          <a:lstStyle>
            <a:lvl1pPr>
              <a:defRPr sz="2400" b="0">
                <a:solidFill>
                  <a:srgbClr val="067AB4"/>
                </a:solidFill>
              </a:defRPr>
            </a:lvl1pPr>
          </a:lstStyle>
          <a:p>
            <a:pPr lvl="0"/>
            <a:r>
              <a:rPr lang="en-US" smtClean="0"/>
              <a:t>Click to edit Master text styles</a:t>
            </a: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1370970414"/>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images bleeds">
    <p:spTree>
      <p:nvGrpSpPr>
        <p:cNvPr id="1" name=""/>
        <p:cNvGrpSpPr/>
        <p:nvPr/>
      </p:nvGrpSpPr>
      <p:grpSpPr>
        <a:xfrm>
          <a:off x="0" y="0"/>
          <a:ext cx="0" cy="0"/>
          <a:chOff x="0" y="0"/>
          <a:chExt cx="0" cy="0"/>
        </a:xfrm>
      </p:grpSpPr>
      <p:sp>
        <p:nvSpPr>
          <p:cNvPr id="19" name="Picture Placeholder 3"/>
          <p:cNvSpPr>
            <a:spLocks noGrp="1"/>
          </p:cNvSpPr>
          <p:nvPr>
            <p:ph type="pic" sz="quarter" idx="21"/>
          </p:nvPr>
        </p:nvSpPr>
        <p:spPr>
          <a:xfrm>
            <a:off x="5989320" y="2468880"/>
            <a:ext cx="3154680" cy="4389120"/>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Picture Placeholder 3"/>
          <p:cNvSpPr>
            <a:spLocks noGrp="1"/>
          </p:cNvSpPr>
          <p:nvPr>
            <p:ph type="pic" sz="quarter" idx="18"/>
          </p:nvPr>
        </p:nvSpPr>
        <p:spPr>
          <a:xfrm>
            <a:off x="0" y="0"/>
            <a:ext cx="5879592" cy="4288536"/>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7" name="Picture Placeholder 3"/>
          <p:cNvSpPr>
            <a:spLocks noGrp="1"/>
          </p:cNvSpPr>
          <p:nvPr>
            <p:ph type="pic" sz="quarter" idx="20"/>
          </p:nvPr>
        </p:nvSpPr>
        <p:spPr>
          <a:xfrm>
            <a:off x="5989320" y="0"/>
            <a:ext cx="3154680" cy="2359152"/>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5" name="Picture Placeholder 3"/>
          <p:cNvSpPr>
            <a:spLocks noGrp="1"/>
          </p:cNvSpPr>
          <p:nvPr>
            <p:ph type="pic" sz="quarter" idx="19"/>
          </p:nvPr>
        </p:nvSpPr>
        <p:spPr>
          <a:xfrm>
            <a:off x="0" y="4398264"/>
            <a:ext cx="5879592" cy="2459736"/>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0" name="Title 3"/>
          <p:cNvSpPr>
            <a:spLocks noGrp="1"/>
          </p:cNvSpPr>
          <p:nvPr>
            <p:ph type="title"/>
          </p:nvPr>
        </p:nvSpPr>
        <p:spPr>
          <a:xfrm>
            <a:off x="385384" y="496358"/>
            <a:ext cx="8383871" cy="566362"/>
          </a:xfrm>
          <a:prstGeom prst="roundRect">
            <a:avLst>
              <a:gd name="adj" fmla="val 13793"/>
            </a:avLst>
          </a:prstGeom>
          <a:solidFill>
            <a:schemeClr val="bg1"/>
          </a:solidFill>
        </p:spPr>
        <p:txBody>
          <a:bodyPr/>
          <a:lstStyle>
            <a:lvl1pPr marL="155448">
              <a:defRPr/>
            </a:lvl1pPr>
          </a:lstStyle>
          <a:p>
            <a:r>
              <a:rPr lang="en-US" smtClean="0"/>
              <a:t>Click to edit Master title style</a:t>
            </a:r>
            <a:endParaRPr lang="en-CA" dirty="0"/>
          </a:p>
        </p:txBody>
      </p:sp>
      <p:sp>
        <p:nvSpPr>
          <p:cNvPr id="20"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21"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6573200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images bleeds">
    <p:spTree>
      <p:nvGrpSpPr>
        <p:cNvPr id="1" name=""/>
        <p:cNvGrpSpPr/>
        <p:nvPr/>
      </p:nvGrpSpPr>
      <p:grpSpPr>
        <a:xfrm>
          <a:off x="0" y="0"/>
          <a:ext cx="0" cy="0"/>
          <a:chOff x="0" y="0"/>
          <a:chExt cx="0" cy="0"/>
        </a:xfrm>
      </p:grpSpPr>
      <p:sp>
        <p:nvSpPr>
          <p:cNvPr id="19" name="Picture Placeholder 3"/>
          <p:cNvSpPr>
            <a:spLocks noGrp="1"/>
          </p:cNvSpPr>
          <p:nvPr>
            <p:ph type="pic" sz="quarter" idx="21"/>
          </p:nvPr>
        </p:nvSpPr>
        <p:spPr>
          <a:xfrm>
            <a:off x="4175185" y="4398264"/>
            <a:ext cx="4968815" cy="2459736"/>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Picture Placeholder 3"/>
          <p:cNvSpPr>
            <a:spLocks noGrp="1"/>
          </p:cNvSpPr>
          <p:nvPr>
            <p:ph type="pic" sz="quarter" idx="18"/>
          </p:nvPr>
        </p:nvSpPr>
        <p:spPr>
          <a:xfrm>
            <a:off x="0" y="0"/>
            <a:ext cx="9144000" cy="4288536"/>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5" name="Picture Placeholder 3"/>
          <p:cNvSpPr>
            <a:spLocks noGrp="1"/>
          </p:cNvSpPr>
          <p:nvPr>
            <p:ph type="pic" sz="quarter" idx="19"/>
          </p:nvPr>
        </p:nvSpPr>
        <p:spPr>
          <a:xfrm>
            <a:off x="0" y="4398264"/>
            <a:ext cx="4045789" cy="2459736"/>
          </a:xfrm>
          <a:prstGeom prst="rect">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0" name="Title 3"/>
          <p:cNvSpPr>
            <a:spLocks noGrp="1"/>
          </p:cNvSpPr>
          <p:nvPr>
            <p:ph type="title"/>
          </p:nvPr>
        </p:nvSpPr>
        <p:spPr>
          <a:xfrm>
            <a:off x="385384" y="496358"/>
            <a:ext cx="8383871" cy="566362"/>
          </a:xfrm>
          <a:prstGeom prst="roundRect">
            <a:avLst>
              <a:gd name="adj" fmla="val 13793"/>
            </a:avLst>
          </a:prstGeom>
          <a:solidFill>
            <a:schemeClr val="bg1"/>
          </a:solidFill>
        </p:spPr>
        <p:txBody>
          <a:bodyPr/>
          <a:lstStyle>
            <a:lvl1pPr marL="155448">
              <a:defRPr/>
            </a:lvl1pPr>
          </a:lstStyle>
          <a:p>
            <a:r>
              <a:rPr lang="en-US" smtClean="0"/>
              <a:t>Click to edit Master title style</a:t>
            </a:r>
            <a:endParaRPr lang="en-CA" dirty="0"/>
          </a:p>
        </p:txBody>
      </p:sp>
      <p:sp>
        <p:nvSpPr>
          <p:cNvPr id="20"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21"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4205814185"/>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images, no bleed">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Text Placeholder 2"/>
          <p:cNvSpPr>
            <a:spLocks noGrp="1"/>
          </p:cNvSpPr>
          <p:nvPr>
            <p:ph type="body" sz="quarter" idx="20"/>
          </p:nvPr>
        </p:nvSpPr>
        <p:spPr>
          <a:xfrm>
            <a:off x="566928" y="521208"/>
            <a:ext cx="7888287" cy="596900"/>
          </a:xfrm>
        </p:spPr>
        <p:txBody>
          <a:bodyPr>
            <a:normAutofit/>
          </a:bodyPr>
          <a:lstStyle>
            <a:lvl1pPr>
              <a:defRPr sz="2400" b="0">
                <a:solidFill>
                  <a:srgbClr val="067AB4"/>
                </a:solidFill>
              </a:defRPr>
            </a:lvl1pPr>
          </a:lstStyle>
          <a:p>
            <a:pPr lvl="0"/>
            <a:r>
              <a:rPr lang="en-US" smtClean="0"/>
              <a:t>Click to edit Master text styles</a:t>
            </a: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3" name="Picture Placeholder 2"/>
          <p:cNvSpPr>
            <a:spLocks noGrp="1"/>
          </p:cNvSpPr>
          <p:nvPr>
            <p:ph type="pic" sz="quarter" idx="21"/>
          </p:nvPr>
        </p:nvSpPr>
        <p:spPr>
          <a:xfrm>
            <a:off x="357188" y="1084263"/>
            <a:ext cx="4230687" cy="2854325"/>
          </a:xfrm>
          <a:prstGeom prst="roundRect">
            <a:avLst>
              <a:gd name="adj" fmla="val 2765"/>
            </a:avLst>
          </a:prstGeom>
          <a:solidFill>
            <a:schemeClr val="tx1"/>
          </a:solidFill>
        </p:spPr>
        <p:txBody>
          <a:bodyPr/>
          <a:lstStyle/>
          <a:p>
            <a:r>
              <a:rPr lang="en-US" smtClean="0"/>
              <a:t>Click icon to add picture</a:t>
            </a:r>
            <a:endParaRPr lang="en-US"/>
          </a:p>
        </p:txBody>
      </p:sp>
      <p:sp>
        <p:nvSpPr>
          <p:cNvPr id="17" name="Picture Placeholder 2"/>
          <p:cNvSpPr>
            <a:spLocks noGrp="1"/>
          </p:cNvSpPr>
          <p:nvPr>
            <p:ph type="pic" sz="quarter" idx="22"/>
          </p:nvPr>
        </p:nvSpPr>
        <p:spPr>
          <a:xfrm>
            <a:off x="4687493" y="1084264"/>
            <a:ext cx="4098585" cy="2276066"/>
          </a:xfrm>
          <a:prstGeom prst="roundRect">
            <a:avLst>
              <a:gd name="adj" fmla="val 2765"/>
            </a:avLst>
          </a:prstGeom>
          <a:solidFill>
            <a:schemeClr val="tx1"/>
          </a:solidFill>
        </p:spPr>
        <p:txBody>
          <a:bodyPr/>
          <a:lstStyle/>
          <a:p>
            <a:r>
              <a:rPr lang="en-US" smtClean="0"/>
              <a:t>Click icon to add picture</a:t>
            </a:r>
            <a:endParaRPr lang="en-US"/>
          </a:p>
        </p:txBody>
      </p:sp>
      <p:sp>
        <p:nvSpPr>
          <p:cNvPr id="18" name="Picture Placeholder 2"/>
          <p:cNvSpPr>
            <a:spLocks noGrp="1"/>
          </p:cNvSpPr>
          <p:nvPr>
            <p:ph type="pic" sz="quarter" idx="23"/>
          </p:nvPr>
        </p:nvSpPr>
        <p:spPr>
          <a:xfrm>
            <a:off x="4687493" y="3467348"/>
            <a:ext cx="4098585" cy="2589809"/>
          </a:xfrm>
          <a:prstGeom prst="roundRect">
            <a:avLst>
              <a:gd name="adj" fmla="val 2765"/>
            </a:avLst>
          </a:prstGeom>
          <a:solidFill>
            <a:schemeClr val="tx1"/>
          </a:solidFill>
        </p:spPr>
        <p:txBody>
          <a:bodyPr/>
          <a:lstStyle/>
          <a:p>
            <a:r>
              <a:rPr lang="en-US" smtClean="0"/>
              <a:t>Click icon to add picture</a:t>
            </a:r>
            <a:endParaRPr lang="en-US"/>
          </a:p>
        </p:txBody>
      </p:sp>
      <p:sp>
        <p:nvSpPr>
          <p:cNvPr id="19" name="Picture Placeholder 2"/>
          <p:cNvSpPr>
            <a:spLocks noGrp="1"/>
          </p:cNvSpPr>
          <p:nvPr>
            <p:ph type="pic" sz="quarter" idx="24"/>
          </p:nvPr>
        </p:nvSpPr>
        <p:spPr>
          <a:xfrm>
            <a:off x="357188" y="4038107"/>
            <a:ext cx="4230419" cy="2019052"/>
          </a:xfrm>
          <a:prstGeom prst="roundRect">
            <a:avLst>
              <a:gd name="adj" fmla="val 2765"/>
            </a:avLst>
          </a:prstGeom>
          <a:solidFill>
            <a:schemeClr val="tx1"/>
          </a:solidFill>
        </p:spPr>
        <p:txBody>
          <a:bodyPr/>
          <a:lstStyle/>
          <a:p>
            <a:r>
              <a:rPr lang="en-US" smtClean="0"/>
              <a:t>Click icon to add picture</a:t>
            </a:r>
            <a:endParaRPr lang="en-US"/>
          </a:p>
        </p:txBody>
      </p:sp>
    </p:spTree>
    <p:extLst>
      <p:ext uri="{BB962C8B-B14F-4D97-AF65-F5344CB8AC3E}">
        <p14:creationId xmlns:p14="http://schemas.microsoft.com/office/powerpoint/2010/main" val="164233029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images,  text center">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3" name="Picture Placeholder 2"/>
          <p:cNvSpPr>
            <a:spLocks noGrp="1"/>
          </p:cNvSpPr>
          <p:nvPr>
            <p:ph type="pic" sz="quarter" idx="21"/>
          </p:nvPr>
        </p:nvSpPr>
        <p:spPr>
          <a:xfrm>
            <a:off x="357188" y="1084263"/>
            <a:ext cx="4160837" cy="2432050"/>
          </a:xfrm>
          <a:prstGeom prst="roundRect">
            <a:avLst>
              <a:gd name="adj" fmla="val 2380"/>
            </a:avLst>
          </a:prstGeom>
          <a:solidFill>
            <a:schemeClr val="tx1"/>
          </a:solidFill>
        </p:spPr>
        <p:txBody>
          <a:bodyPr/>
          <a:lstStyle/>
          <a:p>
            <a:r>
              <a:rPr lang="en-US" smtClean="0"/>
              <a:t>Click icon to add picture</a:t>
            </a:r>
            <a:endParaRPr lang="en-US"/>
          </a:p>
        </p:txBody>
      </p:sp>
      <p:sp>
        <p:nvSpPr>
          <p:cNvPr id="15" name="Picture Placeholder 2"/>
          <p:cNvSpPr>
            <a:spLocks noGrp="1"/>
          </p:cNvSpPr>
          <p:nvPr>
            <p:ph type="pic" sz="quarter" idx="22"/>
          </p:nvPr>
        </p:nvSpPr>
        <p:spPr>
          <a:xfrm>
            <a:off x="4625558" y="1081532"/>
            <a:ext cx="4160837" cy="2432050"/>
          </a:xfrm>
          <a:prstGeom prst="roundRect">
            <a:avLst>
              <a:gd name="adj" fmla="val 2380"/>
            </a:avLst>
          </a:prstGeom>
          <a:solidFill>
            <a:schemeClr val="tx1"/>
          </a:solidFill>
        </p:spPr>
        <p:txBody>
          <a:bodyPr/>
          <a:lstStyle/>
          <a:p>
            <a:r>
              <a:rPr lang="en-US" smtClean="0"/>
              <a:t>Click icon to add picture</a:t>
            </a:r>
            <a:endParaRPr lang="en-US"/>
          </a:p>
        </p:txBody>
      </p:sp>
      <p:sp>
        <p:nvSpPr>
          <p:cNvPr id="20" name="Picture Placeholder 2"/>
          <p:cNvSpPr>
            <a:spLocks noGrp="1"/>
          </p:cNvSpPr>
          <p:nvPr>
            <p:ph type="pic" sz="quarter" idx="23"/>
          </p:nvPr>
        </p:nvSpPr>
        <p:spPr>
          <a:xfrm>
            <a:off x="357188" y="3625108"/>
            <a:ext cx="4160837" cy="2432050"/>
          </a:xfrm>
          <a:prstGeom prst="roundRect">
            <a:avLst>
              <a:gd name="adj" fmla="val 2380"/>
            </a:avLst>
          </a:prstGeom>
          <a:solidFill>
            <a:schemeClr val="tx1"/>
          </a:solidFill>
        </p:spPr>
        <p:txBody>
          <a:bodyPr/>
          <a:lstStyle/>
          <a:p>
            <a:r>
              <a:rPr lang="en-US" smtClean="0"/>
              <a:t>Click icon to add picture</a:t>
            </a:r>
            <a:endParaRPr lang="en-US"/>
          </a:p>
        </p:txBody>
      </p:sp>
      <p:sp>
        <p:nvSpPr>
          <p:cNvPr id="21" name="Picture Placeholder 2"/>
          <p:cNvSpPr>
            <a:spLocks noGrp="1"/>
          </p:cNvSpPr>
          <p:nvPr>
            <p:ph type="pic" sz="quarter" idx="24"/>
          </p:nvPr>
        </p:nvSpPr>
        <p:spPr>
          <a:xfrm>
            <a:off x="4625558" y="3622377"/>
            <a:ext cx="4160837" cy="2432050"/>
          </a:xfrm>
          <a:prstGeom prst="roundRect">
            <a:avLst>
              <a:gd name="adj" fmla="val 2380"/>
            </a:avLst>
          </a:prstGeom>
          <a:solidFill>
            <a:schemeClr val="tx1"/>
          </a:solidFill>
        </p:spPr>
        <p:txBody>
          <a:bodyPr/>
          <a:lstStyle/>
          <a:p>
            <a:r>
              <a:rPr lang="en-US" smtClean="0"/>
              <a:t>Click icon to add picture</a:t>
            </a:r>
            <a:endParaRPr lang="en-US"/>
          </a:p>
        </p:txBody>
      </p:sp>
      <p:sp>
        <p:nvSpPr>
          <p:cNvPr id="10" name="Text Placeholder 2"/>
          <p:cNvSpPr>
            <a:spLocks noGrp="1"/>
          </p:cNvSpPr>
          <p:nvPr>
            <p:ph type="body" sz="quarter" idx="20"/>
          </p:nvPr>
        </p:nvSpPr>
        <p:spPr>
          <a:xfrm>
            <a:off x="566928" y="521208"/>
            <a:ext cx="7888287" cy="596900"/>
          </a:xfrm>
        </p:spPr>
        <p:txBody>
          <a:bodyPr>
            <a:normAutofit/>
          </a:bodyPr>
          <a:lstStyle>
            <a:lvl1pPr>
              <a:defRPr sz="2400" b="0">
                <a:solidFill>
                  <a:srgbClr val="067AB4"/>
                </a:solidFill>
              </a:defRPr>
            </a:lvl1pPr>
          </a:lstStyle>
          <a:p>
            <a:pPr lvl="0"/>
            <a:r>
              <a:rPr lang="en-US" smtClean="0"/>
              <a:t>Click to edit Master text styles</a:t>
            </a: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
        <p:nvSpPr>
          <p:cNvPr id="22" name="Content Placeholder 5"/>
          <p:cNvSpPr txBox="1">
            <a:spLocks/>
          </p:cNvSpPr>
          <p:nvPr userDrawn="1"/>
        </p:nvSpPr>
        <p:spPr bwMode="auto">
          <a:xfrm>
            <a:off x="2564461" y="3067764"/>
            <a:ext cx="4006592" cy="1027422"/>
          </a:xfrm>
          <a:prstGeom prst="roundRect">
            <a:avLst>
              <a:gd name="adj" fmla="val 6064"/>
            </a:avLst>
          </a:prstGeom>
          <a:solidFill>
            <a:schemeClr val="bg1"/>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8" name="Text Placeholder 7"/>
          <p:cNvSpPr>
            <a:spLocks noGrp="1"/>
          </p:cNvSpPr>
          <p:nvPr>
            <p:ph type="body" sz="quarter" idx="25"/>
          </p:nvPr>
        </p:nvSpPr>
        <p:spPr>
          <a:xfrm>
            <a:off x="2563813" y="3067050"/>
            <a:ext cx="4006850" cy="1028700"/>
          </a:xfrm>
          <a:prstGeom prst="roundRect">
            <a:avLst>
              <a:gd name="adj" fmla="val 8667"/>
            </a:avLst>
          </a:prstGeom>
          <a:solidFill>
            <a:schemeClr val="bg1"/>
          </a:solidFill>
        </p:spPr>
        <p:txBody>
          <a:bodyPr/>
          <a:lstStyle>
            <a:lvl1pPr algn="ctr">
              <a:defRPr>
                <a:solidFill>
                  <a:schemeClr val="accent1"/>
                </a:solidFill>
              </a:defRPr>
            </a:lvl1pPr>
          </a:lstStyle>
          <a:p>
            <a:pPr lvl="0"/>
            <a:r>
              <a:rPr lang="en-US" smtClean="0"/>
              <a:t>Click to edit Master text styles</a:t>
            </a:r>
          </a:p>
        </p:txBody>
      </p:sp>
    </p:spTree>
    <p:extLst>
      <p:ext uri="{BB962C8B-B14F-4D97-AF65-F5344CB8AC3E}">
        <p14:creationId xmlns:p14="http://schemas.microsoft.com/office/powerpoint/2010/main" val="793991819"/>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ull Image + 1 Column 2 sections: Orange">
    <p:bg>
      <p:bgRef idx="1001">
        <a:schemeClr val="bg1"/>
      </p:bgRef>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6" name="Picture Placeholder 5"/>
          <p:cNvSpPr>
            <a:spLocks noGrp="1"/>
          </p:cNvSpPr>
          <p:nvPr>
            <p:ph type="pic" sz="quarter" idx="10"/>
          </p:nvPr>
        </p:nvSpPr>
        <p:spPr>
          <a:xfrm>
            <a:off x="0" y="0"/>
            <a:ext cx="9144000" cy="6858000"/>
          </a:xfrm>
        </p:spPr>
        <p:txBody>
          <a:bodyPr/>
          <a:lstStyle/>
          <a:p>
            <a:r>
              <a:rPr lang="en-US" smtClean="0"/>
              <a:t>Click icon to add picture</a:t>
            </a:r>
            <a:endParaRPr lang="en-US" dirty="0"/>
          </a:p>
        </p:txBody>
      </p:sp>
      <p:sp>
        <p:nvSpPr>
          <p:cNvPr id="14"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smtClean="0"/>
          </a:p>
          <a:p>
            <a:endParaRPr lang="en-US" dirty="0"/>
          </a:p>
        </p:txBody>
      </p:sp>
      <p:sp>
        <p:nvSpPr>
          <p:cNvPr id="15"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1"/>
                </a:solidFill>
              </a:defRPr>
            </a:lvl1pPr>
          </a:lstStyle>
          <a:p>
            <a:pPr>
              <a:defRPr/>
            </a:pPr>
            <a:fld id="{8074B6C9-7640-0346-9181-9D7622A30249}" type="slidenum">
              <a:rPr lang="en-US" smtClean="0"/>
              <a:pPr>
                <a:defRPr/>
              </a:pPr>
              <a:t>‹#›</a:t>
            </a:fld>
            <a:endParaRPr lang="en-US" dirty="0"/>
          </a:p>
        </p:txBody>
      </p:sp>
      <p:sp>
        <p:nvSpPr>
          <p:cNvPr id="12" name="Text Placeholder 2"/>
          <p:cNvSpPr>
            <a:spLocks noGrp="1"/>
          </p:cNvSpPr>
          <p:nvPr>
            <p:ph type="body" sz="quarter" idx="11"/>
          </p:nvPr>
        </p:nvSpPr>
        <p:spPr>
          <a:xfrm>
            <a:off x="448628" y="358775"/>
            <a:ext cx="3141662" cy="1789113"/>
          </a:xfrm>
          <a:prstGeom prst="roundRect">
            <a:avLst>
              <a:gd name="adj" fmla="val 5577"/>
            </a:avLst>
          </a:prstGeom>
          <a:solidFill>
            <a:schemeClr val="tx1"/>
          </a:solidFill>
        </p:spPr>
        <p:txBody>
          <a:bodyPr/>
          <a:lstStyle>
            <a:lvl1pPr marL="114300" indent="0">
              <a:defRPr>
                <a:solidFill>
                  <a:schemeClr val="accent1"/>
                </a:solidFill>
              </a:defRPr>
            </a:lvl1pPr>
          </a:lstStyle>
          <a:p>
            <a:pPr lvl="0"/>
            <a:r>
              <a:rPr lang="en-US" smtClean="0"/>
              <a:t>Click to edit Master text styles</a:t>
            </a:r>
          </a:p>
        </p:txBody>
      </p:sp>
      <p:sp>
        <p:nvSpPr>
          <p:cNvPr id="19" name="Text Placeholder 2"/>
          <p:cNvSpPr>
            <a:spLocks noGrp="1"/>
          </p:cNvSpPr>
          <p:nvPr>
            <p:ph type="body" sz="quarter" idx="12"/>
          </p:nvPr>
        </p:nvSpPr>
        <p:spPr>
          <a:xfrm>
            <a:off x="454386" y="2282053"/>
            <a:ext cx="3141662" cy="3765064"/>
          </a:xfrm>
          <a:prstGeom prst="roundRect">
            <a:avLst>
              <a:gd name="adj" fmla="val 5577"/>
            </a:avLst>
          </a:prstGeom>
          <a:solidFill>
            <a:schemeClr val="tx1"/>
          </a:solidFill>
        </p:spPr>
        <p:txBody>
          <a:bodyPr/>
          <a:lstStyle>
            <a:lvl1pPr marL="60325" indent="0">
              <a:defRPr sz="1800">
                <a:solidFill>
                  <a:schemeClr val="bg2"/>
                </a:solidFill>
              </a:defRPr>
            </a:lvl1pPr>
          </a:lstStyle>
          <a:p>
            <a:pPr lvl="0"/>
            <a:r>
              <a:rPr lang="en-US" smtClean="0"/>
              <a:t>Click to edit Master text styles</a:t>
            </a:r>
          </a:p>
        </p:txBody>
      </p:sp>
    </p:spTree>
    <p:extLst>
      <p:ext uri="{BB962C8B-B14F-4D97-AF65-F5344CB8AC3E}">
        <p14:creationId xmlns:p14="http://schemas.microsoft.com/office/powerpoint/2010/main" val="414833551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 full Image + 1 Column 2 sections: Blue">
    <p:bg>
      <p:bgRef idx="1001">
        <a:schemeClr val="bg1"/>
      </p:bgRef>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6" name="Picture Placeholder 5"/>
          <p:cNvSpPr>
            <a:spLocks noGrp="1"/>
          </p:cNvSpPr>
          <p:nvPr>
            <p:ph type="pic" sz="quarter" idx="10"/>
          </p:nvPr>
        </p:nvSpPr>
        <p:spPr>
          <a:xfrm>
            <a:off x="0" y="0"/>
            <a:ext cx="9144000" cy="6858000"/>
          </a:xfrm>
        </p:spPr>
        <p:txBody>
          <a:bodyPr/>
          <a:lstStyle/>
          <a:p>
            <a:r>
              <a:rPr lang="en-US" smtClean="0"/>
              <a:t>Click icon to add picture</a:t>
            </a:r>
            <a:endParaRPr lang="en-US"/>
          </a:p>
        </p:txBody>
      </p:sp>
      <p:sp>
        <p:nvSpPr>
          <p:cNvPr id="14"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5"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1"/>
                </a:solidFill>
              </a:defRPr>
            </a:lvl1pPr>
          </a:lstStyle>
          <a:p>
            <a:pPr>
              <a:defRPr/>
            </a:pPr>
            <a:fld id="{8074B6C9-7640-0346-9181-9D7622A30249}" type="slidenum">
              <a:rPr lang="en-US" smtClean="0"/>
              <a:pPr>
                <a:defRPr/>
              </a:pPr>
              <a:t>‹#›</a:t>
            </a:fld>
            <a:endParaRPr lang="en-US" dirty="0"/>
          </a:p>
        </p:txBody>
      </p:sp>
      <p:sp>
        <p:nvSpPr>
          <p:cNvPr id="12" name="Text Placeholder 2"/>
          <p:cNvSpPr>
            <a:spLocks noGrp="1"/>
          </p:cNvSpPr>
          <p:nvPr>
            <p:ph type="body" sz="quarter" idx="11"/>
          </p:nvPr>
        </p:nvSpPr>
        <p:spPr>
          <a:xfrm>
            <a:off x="448628" y="358775"/>
            <a:ext cx="3141662" cy="1789113"/>
          </a:xfrm>
          <a:prstGeom prst="roundRect">
            <a:avLst>
              <a:gd name="adj" fmla="val 5577"/>
            </a:avLst>
          </a:prstGeom>
          <a:solidFill>
            <a:schemeClr val="tx1"/>
          </a:solidFill>
        </p:spPr>
        <p:txBody>
          <a:bodyPr/>
          <a:lstStyle>
            <a:lvl1pPr marL="114300" indent="0">
              <a:defRPr>
                <a:solidFill>
                  <a:schemeClr val="accent5"/>
                </a:solidFill>
              </a:defRPr>
            </a:lvl1pPr>
          </a:lstStyle>
          <a:p>
            <a:pPr lvl="0"/>
            <a:r>
              <a:rPr lang="en-US" smtClean="0"/>
              <a:t>Click to edit Master text styles</a:t>
            </a:r>
          </a:p>
        </p:txBody>
      </p:sp>
      <p:sp>
        <p:nvSpPr>
          <p:cNvPr id="20" name="Text Placeholder 2"/>
          <p:cNvSpPr>
            <a:spLocks noGrp="1"/>
          </p:cNvSpPr>
          <p:nvPr>
            <p:ph type="body" sz="quarter" idx="12"/>
          </p:nvPr>
        </p:nvSpPr>
        <p:spPr>
          <a:xfrm>
            <a:off x="454386" y="2282053"/>
            <a:ext cx="3141662" cy="3765064"/>
          </a:xfrm>
          <a:prstGeom prst="roundRect">
            <a:avLst>
              <a:gd name="adj" fmla="val 5577"/>
            </a:avLst>
          </a:prstGeom>
          <a:solidFill>
            <a:schemeClr val="tx1"/>
          </a:solidFill>
        </p:spPr>
        <p:txBody>
          <a:bodyPr/>
          <a:lstStyle>
            <a:lvl1pPr marL="60325" indent="0">
              <a:defRPr sz="1800">
                <a:solidFill>
                  <a:schemeClr val="bg2"/>
                </a:solidFill>
              </a:defRPr>
            </a:lvl1pPr>
          </a:lstStyle>
          <a:p>
            <a:pPr lvl="0"/>
            <a:r>
              <a:rPr lang="en-US" smtClean="0"/>
              <a:t>Click to edit Master text styles</a:t>
            </a:r>
          </a:p>
        </p:txBody>
      </p:sp>
    </p:spTree>
    <p:extLst>
      <p:ext uri="{BB962C8B-B14F-4D97-AF65-F5344CB8AC3E}">
        <p14:creationId xmlns:p14="http://schemas.microsoft.com/office/powerpoint/2010/main" val="29403120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full Image + 1 Column 2 sections:  Green">
    <p:bg>
      <p:bgRef idx="1001">
        <a:schemeClr val="bg1"/>
      </p:bgRef>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6" name="Picture Placeholder 5"/>
          <p:cNvSpPr>
            <a:spLocks noGrp="1"/>
          </p:cNvSpPr>
          <p:nvPr>
            <p:ph type="pic" sz="quarter" idx="10"/>
          </p:nvPr>
        </p:nvSpPr>
        <p:spPr>
          <a:xfrm>
            <a:off x="0" y="0"/>
            <a:ext cx="9144000" cy="6858000"/>
          </a:xfrm>
        </p:spPr>
        <p:txBody>
          <a:bodyPr/>
          <a:lstStyle/>
          <a:p>
            <a:r>
              <a:rPr lang="en-US" smtClean="0"/>
              <a:t>Click icon to add picture</a:t>
            </a:r>
            <a:endParaRPr lang="en-US"/>
          </a:p>
        </p:txBody>
      </p:sp>
      <p:sp>
        <p:nvSpPr>
          <p:cNvPr id="14"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5"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1"/>
                </a:solidFill>
              </a:defRPr>
            </a:lvl1pPr>
          </a:lstStyle>
          <a:p>
            <a:pPr>
              <a:defRPr/>
            </a:pPr>
            <a:fld id="{8074B6C9-7640-0346-9181-9D7622A30249}" type="slidenum">
              <a:rPr lang="en-US" smtClean="0"/>
              <a:pPr>
                <a:defRPr/>
              </a:pPr>
              <a:t>‹#›</a:t>
            </a:fld>
            <a:endParaRPr lang="en-US" dirty="0"/>
          </a:p>
        </p:txBody>
      </p:sp>
      <p:sp>
        <p:nvSpPr>
          <p:cNvPr id="20" name="Text Placeholder 2"/>
          <p:cNvSpPr>
            <a:spLocks noGrp="1"/>
          </p:cNvSpPr>
          <p:nvPr>
            <p:ph type="body" sz="quarter" idx="11"/>
          </p:nvPr>
        </p:nvSpPr>
        <p:spPr>
          <a:xfrm>
            <a:off x="448628" y="358775"/>
            <a:ext cx="3141662" cy="1789113"/>
          </a:xfrm>
          <a:prstGeom prst="roundRect">
            <a:avLst>
              <a:gd name="adj" fmla="val 5577"/>
            </a:avLst>
          </a:prstGeom>
          <a:solidFill>
            <a:schemeClr val="tx1"/>
          </a:solidFill>
        </p:spPr>
        <p:txBody>
          <a:bodyPr/>
          <a:lstStyle>
            <a:lvl1pPr marL="114300" indent="0">
              <a:defRPr>
                <a:solidFill>
                  <a:schemeClr val="accent3"/>
                </a:solidFill>
              </a:defRPr>
            </a:lvl1pPr>
          </a:lstStyle>
          <a:p>
            <a:pPr lvl="0"/>
            <a:r>
              <a:rPr lang="en-US" smtClean="0"/>
              <a:t>Click to edit Master text styles</a:t>
            </a:r>
          </a:p>
        </p:txBody>
      </p:sp>
      <p:sp>
        <p:nvSpPr>
          <p:cNvPr id="21" name="Text Placeholder 2"/>
          <p:cNvSpPr>
            <a:spLocks noGrp="1"/>
          </p:cNvSpPr>
          <p:nvPr>
            <p:ph type="body" sz="quarter" idx="12"/>
          </p:nvPr>
        </p:nvSpPr>
        <p:spPr>
          <a:xfrm>
            <a:off x="454386" y="2282053"/>
            <a:ext cx="3141662" cy="3765064"/>
          </a:xfrm>
          <a:prstGeom prst="roundRect">
            <a:avLst>
              <a:gd name="adj" fmla="val 5577"/>
            </a:avLst>
          </a:prstGeom>
          <a:solidFill>
            <a:schemeClr val="tx1"/>
          </a:solidFill>
        </p:spPr>
        <p:txBody>
          <a:bodyPr/>
          <a:lstStyle>
            <a:lvl1pPr marL="60325" indent="0">
              <a:defRPr sz="1800">
                <a:solidFill>
                  <a:schemeClr val="bg2"/>
                </a:solidFill>
              </a:defRPr>
            </a:lvl1pPr>
          </a:lstStyle>
          <a:p>
            <a:pPr lvl="0"/>
            <a:r>
              <a:rPr lang="en-US" smtClean="0"/>
              <a:t>Click to edit Master text styles</a:t>
            </a:r>
          </a:p>
        </p:txBody>
      </p:sp>
    </p:spTree>
    <p:extLst>
      <p:ext uri="{BB962C8B-B14F-4D97-AF65-F5344CB8AC3E}">
        <p14:creationId xmlns:p14="http://schemas.microsoft.com/office/powerpoint/2010/main" val="40450744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slide + image right">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Picture Placeholder 3"/>
          <p:cNvSpPr>
            <a:spLocks noGrp="1"/>
          </p:cNvSpPr>
          <p:nvPr>
            <p:ph type="pic" sz="quarter" idx="21"/>
          </p:nvPr>
        </p:nvSpPr>
        <p:spPr>
          <a:xfrm>
            <a:off x="4606506" y="1286000"/>
            <a:ext cx="3918100" cy="4652837"/>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9" name="Content Placeholder 5"/>
          <p:cNvSpPr txBox="1">
            <a:spLocks/>
          </p:cNvSpPr>
          <p:nvPr userDrawn="1"/>
        </p:nvSpPr>
        <p:spPr bwMode="auto">
          <a:xfrm>
            <a:off x="357188" y="1286000"/>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3" name="Text Placeholder 2"/>
          <p:cNvSpPr>
            <a:spLocks noGrp="1"/>
          </p:cNvSpPr>
          <p:nvPr>
            <p:ph type="body" sz="quarter" idx="22"/>
          </p:nvPr>
        </p:nvSpPr>
        <p:spPr>
          <a:xfrm>
            <a:off x="563563" y="1484313"/>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75421133"/>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slide + image left">
    <p:bg>
      <p:bgPr>
        <a:solidFill>
          <a:schemeClr val="bg2"/>
        </a:solidFill>
        <a:effectLst/>
      </p:bgPr>
    </p:bg>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Picture Placeholder 3"/>
          <p:cNvSpPr>
            <a:spLocks noGrp="1"/>
          </p:cNvSpPr>
          <p:nvPr>
            <p:ph type="pic" sz="quarter" idx="21"/>
          </p:nvPr>
        </p:nvSpPr>
        <p:spPr>
          <a:xfrm>
            <a:off x="357188" y="1286000"/>
            <a:ext cx="3918100" cy="4652837"/>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1" name="Content Placeholder 5"/>
          <p:cNvSpPr txBox="1">
            <a:spLocks/>
          </p:cNvSpPr>
          <p:nvPr userDrawn="1"/>
        </p:nvSpPr>
        <p:spPr bwMode="auto">
          <a:xfrm>
            <a:off x="4658352" y="1286001"/>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0" name="Text Placeholder 2"/>
          <p:cNvSpPr>
            <a:spLocks noGrp="1"/>
          </p:cNvSpPr>
          <p:nvPr>
            <p:ph type="body" sz="quarter" idx="22"/>
          </p:nvPr>
        </p:nvSpPr>
        <p:spPr>
          <a:xfrm>
            <a:off x="4845790" y="1474123"/>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5805386"/>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slide ">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3" name="Content Placeholder 2"/>
          <p:cNvSpPr>
            <a:spLocks noGrp="1"/>
          </p:cNvSpPr>
          <p:nvPr>
            <p:ph idx="1"/>
          </p:nvPr>
        </p:nvSpPr>
        <p:spPr>
          <a:xfrm>
            <a:off x="357188" y="1286001"/>
            <a:ext cx="8428890" cy="4652837"/>
          </a:xfrm>
          <a:prstGeom prst="roundRect">
            <a:avLst>
              <a:gd name="adj" fmla="val 2400"/>
            </a:avLst>
          </a:prstGeom>
          <a:solidFill>
            <a:srgbClr val="FFFFFF"/>
          </a:solidFill>
          <a:ln>
            <a:solidFill>
              <a:srgbClr val="F2F2F2">
                <a:alpha val="0"/>
              </a:srgbClr>
            </a:solidFill>
          </a:ln>
        </p:spPr>
        <p:txBody>
          <a:bodyPr lIns="182880" tIns="91440" rIns="182880" bIns="182880"/>
          <a:lstStyle>
            <a:lvl1pPr>
              <a:defRPr>
                <a:ln>
                  <a:noFill/>
                </a:ln>
                <a:solidFill>
                  <a:schemeClr val="accent1"/>
                </a:solidFill>
              </a:defRPr>
            </a:lvl1pPr>
            <a:lvl2pPr>
              <a:defRPr>
                <a:ln>
                  <a:noFill/>
                </a:ln>
                <a:solidFill>
                  <a:schemeClr val="tx2"/>
                </a:solidFill>
              </a:defRPr>
            </a:lvl2pPr>
            <a:lvl3pPr>
              <a:defRPr>
                <a:ln>
                  <a:noFill/>
                </a:ln>
                <a:solidFill>
                  <a:schemeClr val="tx2"/>
                </a:solidFill>
              </a:defRPr>
            </a:lvl3pPr>
            <a:lvl4pPr>
              <a:defRPr>
                <a:ln>
                  <a:noFill/>
                </a:ln>
                <a:solidFill>
                  <a:schemeClr val="tx2"/>
                </a:solidFill>
              </a:defRPr>
            </a:lvl4pPr>
            <a:lvl5pPr>
              <a:defRPr>
                <a:ln>
                  <a:noFill/>
                </a:ln>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3"/>
          <p:cNvSpPr>
            <a:spLocks noGrp="1"/>
          </p:cNvSpPr>
          <p:nvPr>
            <p:ph type="title" hasCustomPrompt="1"/>
          </p:nvPr>
        </p:nvSpPr>
        <p:spPr>
          <a:xfrm>
            <a:off x="563563" y="517525"/>
            <a:ext cx="8004175" cy="768476"/>
          </a:xfrm>
          <a:noFill/>
        </p:spPr>
        <p:txBody>
          <a:bodyPr/>
          <a:lstStyle>
            <a:lvl1pPr>
              <a:defRPr sz="2400"/>
            </a:lvl1pPr>
          </a:lstStyle>
          <a:p>
            <a:r>
              <a:rPr lang="en-US" dirty="0" smtClean="0"/>
              <a:t>Click to edit Master title style</a:t>
            </a:r>
            <a:br>
              <a:rPr lang="en-US" dirty="0" smtClean="0"/>
            </a:br>
            <a:endParaRPr lang="en-CA"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1928238250"/>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slide two columns">
    <p:bg>
      <p:bgPr>
        <a:solidFill>
          <a:schemeClr val="bg2"/>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9" name="Content Placeholder 5"/>
          <p:cNvSpPr txBox="1">
            <a:spLocks/>
          </p:cNvSpPr>
          <p:nvPr userDrawn="1"/>
        </p:nvSpPr>
        <p:spPr bwMode="auto">
          <a:xfrm>
            <a:off x="357188" y="1286000"/>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0" name="Content Placeholder 5"/>
          <p:cNvSpPr txBox="1">
            <a:spLocks/>
          </p:cNvSpPr>
          <p:nvPr userDrawn="1"/>
        </p:nvSpPr>
        <p:spPr bwMode="auto">
          <a:xfrm>
            <a:off x="4658352" y="1286001"/>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1" name="Text Placeholder 2"/>
          <p:cNvSpPr>
            <a:spLocks noGrp="1"/>
          </p:cNvSpPr>
          <p:nvPr>
            <p:ph type="body" sz="quarter" idx="22"/>
          </p:nvPr>
        </p:nvSpPr>
        <p:spPr>
          <a:xfrm>
            <a:off x="4845790" y="1474123"/>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2"/>
          <p:cNvSpPr>
            <a:spLocks noGrp="1"/>
          </p:cNvSpPr>
          <p:nvPr>
            <p:ph type="body" sz="quarter" idx="23"/>
          </p:nvPr>
        </p:nvSpPr>
        <p:spPr>
          <a:xfrm>
            <a:off x="544626" y="1478512"/>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86015146"/>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slide two columns with accent header">
    <p:bg>
      <p:bgPr>
        <a:solidFill>
          <a:schemeClr val="bg2"/>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Content Placeholder 5"/>
          <p:cNvSpPr txBox="1">
            <a:spLocks/>
          </p:cNvSpPr>
          <p:nvPr userDrawn="1"/>
        </p:nvSpPr>
        <p:spPr bwMode="auto">
          <a:xfrm>
            <a:off x="357188" y="1286000"/>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64" name="Content Placeholder 5"/>
          <p:cNvSpPr txBox="1">
            <a:spLocks/>
          </p:cNvSpPr>
          <p:nvPr userDrawn="1"/>
        </p:nvSpPr>
        <p:spPr bwMode="auto">
          <a:xfrm>
            <a:off x="4658352" y="1286001"/>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42" name="Round Same Side Corner Rectangle 41"/>
          <p:cNvSpPr/>
          <p:nvPr userDrawn="1"/>
        </p:nvSpPr>
        <p:spPr>
          <a:xfrm>
            <a:off x="357188" y="1286001"/>
            <a:ext cx="4127726"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 Same Side Corner Rectangle 42"/>
          <p:cNvSpPr/>
          <p:nvPr userDrawn="1"/>
        </p:nvSpPr>
        <p:spPr>
          <a:xfrm>
            <a:off x="4658352" y="1286001"/>
            <a:ext cx="4127726"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 Placeholder 2"/>
          <p:cNvSpPr>
            <a:spLocks noGrp="1"/>
          </p:cNvSpPr>
          <p:nvPr>
            <p:ph type="body" sz="quarter" idx="22"/>
          </p:nvPr>
        </p:nvSpPr>
        <p:spPr>
          <a:xfrm>
            <a:off x="4845790" y="1582275"/>
            <a:ext cx="3752850" cy="4248150"/>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ext Placeholder 2"/>
          <p:cNvSpPr>
            <a:spLocks noGrp="1"/>
          </p:cNvSpPr>
          <p:nvPr>
            <p:ph type="body" sz="quarter" idx="23"/>
          </p:nvPr>
        </p:nvSpPr>
        <p:spPr>
          <a:xfrm>
            <a:off x="544626" y="1586664"/>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46838983"/>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slide + quote Green">
    <p:bg>
      <p:bgPr>
        <a:solidFill>
          <a:schemeClr val="bg2"/>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Content Placeholder 5"/>
          <p:cNvSpPr txBox="1">
            <a:spLocks/>
          </p:cNvSpPr>
          <p:nvPr userDrawn="1"/>
        </p:nvSpPr>
        <p:spPr bwMode="auto">
          <a:xfrm>
            <a:off x="4658352" y="1286001"/>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2400" dirty="0">
              <a:solidFill>
                <a:schemeClr val="accent3"/>
              </a:solidFill>
            </a:endParaRPr>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701894" y="1358029"/>
            <a:ext cx="565793" cy="442918"/>
          </a:xfrm>
          <a:prstGeom prst="rect">
            <a:avLst/>
          </a:prstGeom>
        </p:spPr>
      </p:pic>
      <p:pic>
        <p:nvPicPr>
          <p:cNvPr id="10" name="Picture 9"/>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61440" y="5411120"/>
            <a:ext cx="528645" cy="442918"/>
          </a:xfrm>
          <a:prstGeom prst="rect">
            <a:avLst/>
          </a:prstGeom>
        </p:spPr>
      </p:pic>
      <p:sp>
        <p:nvSpPr>
          <p:cNvPr id="11" name="Content Placeholder 5"/>
          <p:cNvSpPr txBox="1">
            <a:spLocks/>
          </p:cNvSpPr>
          <p:nvPr userDrawn="1"/>
        </p:nvSpPr>
        <p:spPr bwMode="auto">
          <a:xfrm>
            <a:off x="353919" y="1313082"/>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6" name="Text Placeholder 2"/>
          <p:cNvSpPr>
            <a:spLocks noGrp="1"/>
          </p:cNvSpPr>
          <p:nvPr>
            <p:ph type="body" sz="quarter" idx="23"/>
          </p:nvPr>
        </p:nvSpPr>
        <p:spPr>
          <a:xfrm>
            <a:off x="544626" y="1478512"/>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ext Placeholder 2"/>
          <p:cNvSpPr>
            <a:spLocks noGrp="1"/>
          </p:cNvSpPr>
          <p:nvPr>
            <p:ph type="body" sz="quarter" idx="10"/>
          </p:nvPr>
        </p:nvSpPr>
        <p:spPr>
          <a:xfrm>
            <a:off x="5267686" y="1811338"/>
            <a:ext cx="3158076" cy="3599782"/>
          </a:xfrm>
        </p:spPr>
        <p:txBody>
          <a:bodyPr/>
          <a:lstStyle>
            <a:lvl1pPr>
              <a:defRPr sz="2800">
                <a:solidFill>
                  <a:schemeClr val="accent3"/>
                </a:solidFill>
              </a:defRPr>
            </a:lvl1pPr>
          </a:lstStyle>
          <a:p>
            <a:pPr lvl="0"/>
            <a:r>
              <a:rPr lang="en-US" smtClean="0"/>
              <a:t>Click to edit Master text styles</a:t>
            </a:r>
          </a:p>
        </p:txBody>
      </p:sp>
    </p:spTree>
    <p:extLst>
      <p:ext uri="{BB962C8B-B14F-4D97-AF65-F5344CB8AC3E}">
        <p14:creationId xmlns:p14="http://schemas.microsoft.com/office/powerpoint/2010/main" val="1996320569"/>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slide + quote blue">
    <p:bg>
      <p:bgPr>
        <a:solidFill>
          <a:schemeClr val="bg2"/>
        </a:solidFill>
        <a:effectLst/>
      </p:bgPr>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5" name="Content Placeholder 5"/>
          <p:cNvSpPr txBox="1">
            <a:spLocks/>
          </p:cNvSpPr>
          <p:nvPr userDrawn="1"/>
        </p:nvSpPr>
        <p:spPr bwMode="auto">
          <a:xfrm>
            <a:off x="4658352" y="1286001"/>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2400" dirty="0">
              <a:solidFill>
                <a:schemeClr val="accent5"/>
              </a:solidFill>
            </a:endParaRP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pic>
        <p:nvPicPr>
          <p:cNvPr id="11" name="Picture 1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701894" y="1358029"/>
            <a:ext cx="565793" cy="442917"/>
          </a:xfrm>
          <a:prstGeom prst="rect">
            <a:avLst/>
          </a:prstGeom>
        </p:spPr>
      </p:pic>
      <p:pic>
        <p:nvPicPr>
          <p:cNvPr id="12" name="Picture 1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161440" y="5411120"/>
            <a:ext cx="528645" cy="442917"/>
          </a:xfrm>
          <a:prstGeom prst="rect">
            <a:avLst/>
          </a:prstGeom>
        </p:spPr>
      </p:pic>
      <p:sp>
        <p:nvSpPr>
          <p:cNvPr id="10" name="Content Placeholder 5"/>
          <p:cNvSpPr txBox="1">
            <a:spLocks/>
          </p:cNvSpPr>
          <p:nvPr userDrawn="1"/>
        </p:nvSpPr>
        <p:spPr bwMode="auto">
          <a:xfrm>
            <a:off x="353919" y="1313082"/>
            <a:ext cx="4127726" cy="4652837"/>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7" name="Text Placeholder 2"/>
          <p:cNvSpPr>
            <a:spLocks noGrp="1"/>
          </p:cNvSpPr>
          <p:nvPr>
            <p:ph type="body" sz="quarter" idx="23"/>
          </p:nvPr>
        </p:nvSpPr>
        <p:spPr>
          <a:xfrm>
            <a:off x="544626" y="1478512"/>
            <a:ext cx="3752850" cy="424815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Text Placeholder 2"/>
          <p:cNvSpPr>
            <a:spLocks noGrp="1"/>
          </p:cNvSpPr>
          <p:nvPr>
            <p:ph type="body" sz="quarter" idx="10"/>
          </p:nvPr>
        </p:nvSpPr>
        <p:spPr>
          <a:xfrm>
            <a:off x="5267686" y="1811338"/>
            <a:ext cx="3158076" cy="3599782"/>
          </a:xfrm>
        </p:spPr>
        <p:txBody>
          <a:bodyPr/>
          <a:lstStyle>
            <a:lvl1pPr>
              <a:defRPr sz="2800">
                <a:solidFill>
                  <a:schemeClr val="accent5"/>
                </a:solidFill>
              </a:defRPr>
            </a:lvl1pPr>
          </a:lstStyle>
          <a:p>
            <a:pPr lvl="0"/>
            <a:r>
              <a:rPr lang="en-US" smtClean="0"/>
              <a:t>Click to edit Master text styles</a:t>
            </a:r>
          </a:p>
        </p:txBody>
      </p:sp>
    </p:spTree>
    <p:extLst>
      <p:ext uri="{BB962C8B-B14F-4D97-AF65-F5344CB8AC3E}">
        <p14:creationId xmlns:p14="http://schemas.microsoft.com/office/powerpoint/2010/main" val="2493241737"/>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slide 4 boxes">
    <p:bg>
      <p:bgPr>
        <a:solidFill>
          <a:schemeClr val="bg2"/>
        </a:solidFill>
        <a:effectLst/>
      </p:bgPr>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Picture Placeholder 3"/>
          <p:cNvSpPr txBox="1">
            <a:spLocks/>
          </p:cNvSpPr>
          <p:nvPr userDrawn="1"/>
        </p:nvSpPr>
        <p:spPr>
          <a:xfrm>
            <a:off x="357188" y="1084440"/>
            <a:ext cx="4160520" cy="2432304"/>
          </a:xfrm>
          <a:prstGeom prst="roundRect">
            <a:avLst>
              <a:gd name="adj" fmla="val 3111"/>
            </a:avLst>
          </a:prstGeom>
          <a:solidFill>
            <a:srgbClr val="FFFFFF"/>
          </a:solidFill>
        </p:spPr>
        <p:txBody>
          <a:bodyPr lIns="182880" tIns="91440" rIns="182880" rtlCol="0">
            <a:normAutofit/>
          </a:bodyPr>
          <a:lstStyle>
            <a:lvl1pPr marL="0" indent="0" algn="l" rtl="0" eaLnBrk="1" fontAlgn="base" hangingPunct="1">
              <a:spcBef>
                <a:spcPct val="0"/>
              </a:spcBef>
              <a:spcAft>
                <a:spcPts val="800"/>
              </a:spcAft>
              <a:buFont typeface="Arial" charset="0"/>
              <a:defRPr sz="12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1000"/>
              </a:spcAft>
            </a:pPr>
            <a:endParaRPr lang="en-US" sz="1600" dirty="0">
              <a:solidFill>
                <a:srgbClr val="666666"/>
              </a:solidFill>
              <a:cs typeface="Calibri"/>
            </a:endParaRPr>
          </a:p>
        </p:txBody>
      </p:sp>
      <p:sp>
        <p:nvSpPr>
          <p:cNvPr id="9" name="Picture Placeholder 3"/>
          <p:cNvSpPr txBox="1">
            <a:spLocks/>
          </p:cNvSpPr>
          <p:nvPr userDrawn="1"/>
        </p:nvSpPr>
        <p:spPr>
          <a:xfrm>
            <a:off x="4625558" y="1084440"/>
            <a:ext cx="4160520" cy="2432304"/>
          </a:xfrm>
          <a:prstGeom prst="roundRect">
            <a:avLst>
              <a:gd name="adj" fmla="val 3111"/>
            </a:avLst>
          </a:prstGeom>
          <a:solidFill>
            <a:srgbClr val="FFFFFF"/>
          </a:solidFill>
        </p:spPr>
        <p:txBody>
          <a:bodyPr lIns="182880" tIns="91440" rIns="182880" rtlCol="0">
            <a:normAutofit/>
          </a:bodyPr>
          <a:lstStyle>
            <a:lvl1pPr marL="0" indent="0" algn="l" rtl="0" eaLnBrk="1" fontAlgn="base" hangingPunct="1">
              <a:spcBef>
                <a:spcPct val="0"/>
              </a:spcBef>
              <a:spcAft>
                <a:spcPts val="800"/>
              </a:spcAft>
              <a:buFont typeface="Arial" charset="0"/>
              <a:defRPr sz="12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1000"/>
              </a:spcAft>
            </a:pPr>
            <a:endParaRPr lang="en-US" sz="1600" dirty="0">
              <a:solidFill>
                <a:srgbClr val="666666"/>
              </a:solidFill>
              <a:cs typeface="Calibri"/>
            </a:endParaRPr>
          </a:p>
        </p:txBody>
      </p:sp>
      <p:sp>
        <p:nvSpPr>
          <p:cNvPr id="10" name="Picture Placeholder 3"/>
          <p:cNvSpPr txBox="1">
            <a:spLocks/>
          </p:cNvSpPr>
          <p:nvPr userDrawn="1"/>
        </p:nvSpPr>
        <p:spPr>
          <a:xfrm>
            <a:off x="357188" y="3624854"/>
            <a:ext cx="4160520" cy="2432304"/>
          </a:xfrm>
          <a:prstGeom prst="roundRect">
            <a:avLst>
              <a:gd name="adj" fmla="val 3111"/>
            </a:avLst>
          </a:prstGeom>
          <a:solidFill>
            <a:srgbClr val="FFFFFF"/>
          </a:solidFill>
        </p:spPr>
        <p:txBody>
          <a:bodyPr lIns="182880" tIns="91440" rIns="182880" rtlCol="0">
            <a:normAutofit/>
          </a:bodyPr>
          <a:lstStyle>
            <a:lvl1pPr marL="0" indent="0" algn="l" rtl="0" eaLnBrk="1" fontAlgn="base" hangingPunct="1">
              <a:spcBef>
                <a:spcPct val="0"/>
              </a:spcBef>
              <a:spcAft>
                <a:spcPts val="800"/>
              </a:spcAft>
              <a:buFont typeface="Arial" charset="0"/>
              <a:defRPr sz="12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1000"/>
              </a:spcAft>
            </a:pPr>
            <a:endParaRPr lang="en-US" sz="1800" dirty="0">
              <a:solidFill>
                <a:schemeClr val="accent1"/>
              </a:solidFill>
            </a:endParaRPr>
          </a:p>
        </p:txBody>
      </p:sp>
      <p:sp>
        <p:nvSpPr>
          <p:cNvPr id="11" name="Picture Placeholder 3"/>
          <p:cNvSpPr txBox="1">
            <a:spLocks/>
          </p:cNvSpPr>
          <p:nvPr userDrawn="1"/>
        </p:nvSpPr>
        <p:spPr>
          <a:xfrm>
            <a:off x="4625558" y="3624854"/>
            <a:ext cx="4160520" cy="2432304"/>
          </a:xfrm>
          <a:prstGeom prst="roundRect">
            <a:avLst>
              <a:gd name="adj" fmla="val 3111"/>
            </a:avLst>
          </a:prstGeom>
          <a:solidFill>
            <a:srgbClr val="FFFFFF"/>
          </a:solidFill>
        </p:spPr>
        <p:txBody>
          <a:bodyPr lIns="182880" tIns="91440" rIns="182880" rtlCol="0">
            <a:normAutofit/>
          </a:bodyPr>
          <a:lstStyle>
            <a:lvl1pPr marL="0" indent="0" algn="l" rtl="0" eaLnBrk="1" fontAlgn="base" hangingPunct="1">
              <a:spcBef>
                <a:spcPct val="0"/>
              </a:spcBef>
              <a:spcAft>
                <a:spcPts val="800"/>
              </a:spcAft>
              <a:buFont typeface="Arial" charset="0"/>
              <a:defRPr sz="12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1000"/>
              </a:spcAft>
            </a:pPr>
            <a:endParaRPr lang="en-US" sz="1600" dirty="0">
              <a:solidFill>
                <a:srgbClr val="666666"/>
              </a:solidFill>
              <a:cs typeface="Calibri"/>
            </a:endParaRPr>
          </a:p>
        </p:txBody>
      </p:sp>
      <p:sp>
        <p:nvSpPr>
          <p:cNvPr id="15" name="Text Placeholder 2"/>
          <p:cNvSpPr>
            <a:spLocks noGrp="1"/>
          </p:cNvSpPr>
          <p:nvPr>
            <p:ph type="body" sz="quarter" idx="23"/>
          </p:nvPr>
        </p:nvSpPr>
        <p:spPr>
          <a:xfrm>
            <a:off x="544626" y="1286002"/>
            <a:ext cx="3752850" cy="214966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ext Placeholder 2"/>
          <p:cNvSpPr>
            <a:spLocks noGrp="1"/>
          </p:cNvSpPr>
          <p:nvPr>
            <p:ph type="body" sz="quarter" idx="24"/>
          </p:nvPr>
        </p:nvSpPr>
        <p:spPr>
          <a:xfrm>
            <a:off x="4829393" y="1288894"/>
            <a:ext cx="3752850" cy="214966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ext Placeholder 2"/>
          <p:cNvSpPr>
            <a:spLocks noGrp="1"/>
          </p:cNvSpPr>
          <p:nvPr>
            <p:ph type="body" sz="quarter" idx="25"/>
          </p:nvPr>
        </p:nvSpPr>
        <p:spPr>
          <a:xfrm>
            <a:off x="549546" y="3766176"/>
            <a:ext cx="3752850" cy="214966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Text Placeholder 2"/>
          <p:cNvSpPr>
            <a:spLocks noGrp="1"/>
          </p:cNvSpPr>
          <p:nvPr>
            <p:ph type="body" sz="quarter" idx="26"/>
          </p:nvPr>
        </p:nvSpPr>
        <p:spPr>
          <a:xfrm>
            <a:off x="4834313" y="3769068"/>
            <a:ext cx="3752850" cy="214966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3549017"/>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slide 3 columns">
    <p:bg>
      <p:bgPr>
        <a:solidFill>
          <a:schemeClr val="bg2"/>
        </a:solidFill>
        <a:effectLst/>
      </p:bgPr>
    </p:bg>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2" name="Content Placeholder 5"/>
          <p:cNvSpPr txBox="1">
            <a:spLocks/>
          </p:cNvSpPr>
          <p:nvPr userDrawn="1"/>
        </p:nvSpPr>
        <p:spPr bwMode="auto">
          <a:xfrm>
            <a:off x="6135553"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1" name="Content Placeholder 5"/>
          <p:cNvSpPr txBox="1">
            <a:spLocks/>
          </p:cNvSpPr>
          <p:nvPr userDrawn="1"/>
        </p:nvSpPr>
        <p:spPr bwMode="auto">
          <a:xfrm>
            <a:off x="3234230"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9" name="Content Placeholder 5"/>
          <p:cNvSpPr txBox="1">
            <a:spLocks/>
          </p:cNvSpPr>
          <p:nvPr userDrawn="1"/>
        </p:nvSpPr>
        <p:spPr bwMode="auto">
          <a:xfrm>
            <a:off x="357189"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5" name="Text Placeholder 2"/>
          <p:cNvSpPr>
            <a:spLocks noGrp="1"/>
          </p:cNvSpPr>
          <p:nvPr>
            <p:ph type="body" sz="quarter" idx="23"/>
          </p:nvPr>
        </p:nvSpPr>
        <p:spPr>
          <a:xfrm>
            <a:off x="544626" y="1455174"/>
            <a:ext cx="2346058" cy="4345858"/>
          </a:xfrm>
        </p:spPr>
        <p:txBody>
          <a:bodyPr/>
          <a:lstStyle>
            <a:lvl1pPr>
              <a:defRPr sz="2000">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ext Placeholder 2"/>
          <p:cNvSpPr>
            <a:spLocks noGrp="1"/>
          </p:cNvSpPr>
          <p:nvPr>
            <p:ph type="body" sz="quarter" idx="24"/>
          </p:nvPr>
        </p:nvSpPr>
        <p:spPr>
          <a:xfrm>
            <a:off x="3409941" y="1455174"/>
            <a:ext cx="2346058" cy="4345858"/>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ext Placeholder 2"/>
          <p:cNvSpPr>
            <a:spLocks noGrp="1"/>
          </p:cNvSpPr>
          <p:nvPr>
            <p:ph type="body" sz="quarter" idx="25"/>
          </p:nvPr>
        </p:nvSpPr>
        <p:spPr>
          <a:xfrm>
            <a:off x="6311264" y="1455174"/>
            <a:ext cx="2346058" cy="4345858"/>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78457509"/>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slide 3 columns progression op1">
    <p:bg>
      <p:bgPr>
        <a:solidFill>
          <a:schemeClr val="bg2"/>
        </a:solidFill>
        <a:effectLst/>
      </p:bgPr>
    </p:bg>
    <p:spTree>
      <p:nvGrpSpPr>
        <p:cNvPr id="1" name=""/>
        <p:cNvGrpSpPr/>
        <p:nvPr/>
      </p:nvGrpSpPr>
      <p:grpSpPr>
        <a:xfrm>
          <a:off x="0" y="0"/>
          <a:ext cx="0" cy="0"/>
          <a:chOff x="0" y="0"/>
          <a:chExt cx="0" cy="0"/>
        </a:xfrm>
      </p:grpSpPr>
      <p:pic>
        <p:nvPicPr>
          <p:cNvPr id="30" name="Picture 29"/>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8" name="Content Placeholder 5"/>
          <p:cNvSpPr txBox="1">
            <a:spLocks/>
          </p:cNvSpPr>
          <p:nvPr userDrawn="1"/>
        </p:nvSpPr>
        <p:spPr bwMode="auto">
          <a:xfrm>
            <a:off x="6135553"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1" name="Content Placeholder 5"/>
          <p:cNvSpPr txBox="1">
            <a:spLocks/>
          </p:cNvSpPr>
          <p:nvPr userDrawn="1"/>
        </p:nvSpPr>
        <p:spPr bwMode="auto">
          <a:xfrm>
            <a:off x="3234230"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2" name="Content Placeholder 5"/>
          <p:cNvSpPr txBox="1">
            <a:spLocks/>
          </p:cNvSpPr>
          <p:nvPr userDrawn="1"/>
        </p:nvSpPr>
        <p:spPr bwMode="auto">
          <a:xfrm>
            <a:off x="357189"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9" name="Round Same Side Corner Rectangle 8"/>
          <p:cNvSpPr/>
          <p:nvPr userDrawn="1"/>
        </p:nvSpPr>
        <p:spPr>
          <a:xfrm>
            <a:off x="357189" y="1286001"/>
            <a:ext cx="269748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 Same Side Corner Rectangle 10"/>
          <p:cNvSpPr/>
          <p:nvPr userDrawn="1"/>
        </p:nvSpPr>
        <p:spPr>
          <a:xfrm>
            <a:off x="3244028" y="1286001"/>
            <a:ext cx="269748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 Same Side Corner Rectangle 11"/>
          <p:cNvSpPr/>
          <p:nvPr userDrawn="1"/>
        </p:nvSpPr>
        <p:spPr>
          <a:xfrm>
            <a:off x="6142497" y="1286001"/>
            <a:ext cx="269748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4" name="Group 23"/>
          <p:cNvGrpSpPr/>
          <p:nvPr userDrawn="1"/>
        </p:nvGrpSpPr>
        <p:grpSpPr>
          <a:xfrm>
            <a:off x="2818880" y="3319733"/>
            <a:ext cx="624114" cy="624114"/>
            <a:chOff x="2788280" y="3319733"/>
            <a:chExt cx="624114" cy="624114"/>
          </a:xfrm>
        </p:grpSpPr>
        <p:sp>
          <p:nvSpPr>
            <p:cNvPr id="25" name="Oval 24"/>
            <p:cNvSpPr/>
            <p:nvPr/>
          </p:nvSpPr>
          <p:spPr>
            <a:xfrm>
              <a:off x="2788280" y="3319733"/>
              <a:ext cx="624114" cy="624114"/>
            </a:xfrm>
            <a:prstGeom prst="ellipse">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99956" y="3404617"/>
              <a:ext cx="447400" cy="463378"/>
            </a:xfrm>
            <a:prstGeom prst="rect">
              <a:avLst/>
            </a:prstGeom>
          </p:spPr>
        </p:pic>
      </p:grpSp>
      <p:grpSp>
        <p:nvGrpSpPr>
          <p:cNvPr id="27" name="Group 26"/>
          <p:cNvGrpSpPr/>
          <p:nvPr userDrawn="1"/>
        </p:nvGrpSpPr>
        <p:grpSpPr>
          <a:xfrm>
            <a:off x="5689173" y="3319733"/>
            <a:ext cx="624114" cy="624114"/>
            <a:chOff x="2788280" y="3319733"/>
            <a:chExt cx="624114" cy="624114"/>
          </a:xfrm>
        </p:grpSpPr>
        <p:sp>
          <p:nvSpPr>
            <p:cNvPr id="28" name="Oval 27"/>
            <p:cNvSpPr/>
            <p:nvPr/>
          </p:nvSpPr>
          <p:spPr>
            <a:xfrm>
              <a:off x="2788280" y="3319733"/>
              <a:ext cx="624114" cy="624114"/>
            </a:xfrm>
            <a:prstGeom prst="ellipse">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9" name="Picture 2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99956" y="3404617"/>
              <a:ext cx="447400" cy="463378"/>
            </a:xfrm>
            <a:prstGeom prst="rect">
              <a:avLst/>
            </a:prstGeom>
          </p:spPr>
        </p:pic>
      </p:grpSp>
      <p:sp>
        <p:nvSpPr>
          <p:cNvPr id="23" name="Text Placeholder 2"/>
          <p:cNvSpPr>
            <a:spLocks noGrp="1"/>
          </p:cNvSpPr>
          <p:nvPr>
            <p:ph type="body" sz="quarter" idx="24"/>
          </p:nvPr>
        </p:nvSpPr>
        <p:spPr>
          <a:xfrm>
            <a:off x="3519948" y="1592822"/>
            <a:ext cx="2169225" cy="4345858"/>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1" name="Text Placeholder 2"/>
          <p:cNvSpPr>
            <a:spLocks noGrp="1"/>
          </p:cNvSpPr>
          <p:nvPr>
            <p:ph type="body" sz="quarter" idx="25"/>
          </p:nvPr>
        </p:nvSpPr>
        <p:spPr>
          <a:xfrm>
            <a:off x="6406624" y="1607574"/>
            <a:ext cx="2169225" cy="4345858"/>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2" name="Text Placeholder 2"/>
          <p:cNvSpPr>
            <a:spLocks noGrp="1"/>
          </p:cNvSpPr>
          <p:nvPr>
            <p:ph type="body" sz="quarter" idx="26"/>
          </p:nvPr>
        </p:nvSpPr>
        <p:spPr>
          <a:xfrm>
            <a:off x="563563" y="1592822"/>
            <a:ext cx="2169225" cy="4345858"/>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51143431"/>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slide 3 columns progression op2">
    <p:bg>
      <p:bgPr>
        <a:solidFill>
          <a:schemeClr val="bg2"/>
        </a:solidFill>
        <a:effectLst/>
      </p:bgPr>
    </p:bg>
    <p:spTree>
      <p:nvGrpSpPr>
        <p:cNvPr id="1" name=""/>
        <p:cNvGrpSpPr/>
        <p:nvPr/>
      </p:nvGrpSpPr>
      <p:grpSpPr>
        <a:xfrm>
          <a:off x="0" y="0"/>
          <a:ext cx="0" cy="0"/>
          <a:chOff x="0" y="0"/>
          <a:chExt cx="0" cy="0"/>
        </a:xfrm>
      </p:grpSpPr>
      <p:pic>
        <p:nvPicPr>
          <p:cNvPr id="29" name="Picture 2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4" name="Content Placeholder 5"/>
          <p:cNvSpPr txBox="1">
            <a:spLocks/>
          </p:cNvSpPr>
          <p:nvPr userDrawn="1"/>
        </p:nvSpPr>
        <p:spPr bwMode="auto">
          <a:xfrm>
            <a:off x="6135553"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5" name="Content Placeholder 5"/>
          <p:cNvSpPr txBox="1">
            <a:spLocks/>
          </p:cNvSpPr>
          <p:nvPr userDrawn="1"/>
        </p:nvSpPr>
        <p:spPr bwMode="auto">
          <a:xfrm>
            <a:off x="3234230"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6" name="Content Placeholder 5"/>
          <p:cNvSpPr txBox="1">
            <a:spLocks/>
          </p:cNvSpPr>
          <p:nvPr userDrawn="1"/>
        </p:nvSpPr>
        <p:spPr bwMode="auto">
          <a:xfrm>
            <a:off x="357189"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grpSp>
        <p:nvGrpSpPr>
          <p:cNvPr id="18" name="Group 17"/>
          <p:cNvGrpSpPr/>
          <p:nvPr userDrawn="1"/>
        </p:nvGrpSpPr>
        <p:grpSpPr>
          <a:xfrm>
            <a:off x="2788820" y="3319733"/>
            <a:ext cx="624114" cy="624114"/>
            <a:chOff x="2788280" y="3319733"/>
            <a:chExt cx="624114" cy="624114"/>
          </a:xfrm>
        </p:grpSpPr>
        <p:sp>
          <p:nvSpPr>
            <p:cNvPr id="21" name="Oval 20"/>
            <p:cNvSpPr/>
            <p:nvPr/>
          </p:nvSpPr>
          <p:spPr>
            <a:xfrm>
              <a:off x="2788280" y="3319733"/>
              <a:ext cx="624114" cy="624114"/>
            </a:xfrm>
            <a:prstGeom prst="ellipse">
              <a:avLst/>
            </a:prstGeom>
            <a:solidFill>
              <a:schemeClr val="bg1"/>
            </a:solidFill>
            <a:ln w="38100" cmpd="sng">
              <a:solidFill>
                <a:srgbClr val="EFEF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2" name="Picture 21"/>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99956" y="3404617"/>
              <a:ext cx="447400" cy="463378"/>
            </a:xfrm>
            <a:prstGeom prst="rect">
              <a:avLst/>
            </a:prstGeom>
          </p:spPr>
        </p:pic>
      </p:grpSp>
      <p:grpSp>
        <p:nvGrpSpPr>
          <p:cNvPr id="23" name="Group 22"/>
          <p:cNvGrpSpPr/>
          <p:nvPr userDrawn="1"/>
        </p:nvGrpSpPr>
        <p:grpSpPr>
          <a:xfrm>
            <a:off x="5727225" y="3319733"/>
            <a:ext cx="624114" cy="624114"/>
            <a:chOff x="2788280" y="3319733"/>
            <a:chExt cx="624114" cy="624114"/>
          </a:xfrm>
        </p:grpSpPr>
        <p:sp>
          <p:nvSpPr>
            <p:cNvPr id="30" name="Oval 29"/>
            <p:cNvSpPr/>
            <p:nvPr/>
          </p:nvSpPr>
          <p:spPr>
            <a:xfrm>
              <a:off x="2788280" y="3319733"/>
              <a:ext cx="624114" cy="624114"/>
            </a:xfrm>
            <a:prstGeom prst="ellipse">
              <a:avLst/>
            </a:prstGeom>
            <a:solidFill>
              <a:schemeClr val="bg1"/>
            </a:solidFill>
            <a:ln w="38100" cmpd="sng">
              <a:solidFill>
                <a:srgbClr val="EFEF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1" name="Picture 3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99956" y="3404617"/>
              <a:ext cx="447400" cy="463378"/>
            </a:xfrm>
            <a:prstGeom prst="rect">
              <a:avLst/>
            </a:prstGeom>
          </p:spPr>
        </p:pic>
      </p:grpSp>
      <p:sp>
        <p:nvSpPr>
          <p:cNvPr id="32" name="Round Same Side Corner Rectangle 31"/>
          <p:cNvSpPr/>
          <p:nvPr userDrawn="1"/>
        </p:nvSpPr>
        <p:spPr>
          <a:xfrm>
            <a:off x="357189" y="1286001"/>
            <a:ext cx="269748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ound Same Side Corner Rectangle 32"/>
          <p:cNvSpPr/>
          <p:nvPr userDrawn="1"/>
        </p:nvSpPr>
        <p:spPr>
          <a:xfrm>
            <a:off x="6144179" y="1286001"/>
            <a:ext cx="269748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ound Same Side Corner Rectangle 33"/>
          <p:cNvSpPr/>
          <p:nvPr userDrawn="1"/>
        </p:nvSpPr>
        <p:spPr>
          <a:xfrm>
            <a:off x="3234230" y="1286001"/>
            <a:ext cx="269748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Placeholder 2"/>
          <p:cNvSpPr>
            <a:spLocks noGrp="1"/>
          </p:cNvSpPr>
          <p:nvPr>
            <p:ph type="body" sz="quarter" idx="24"/>
          </p:nvPr>
        </p:nvSpPr>
        <p:spPr>
          <a:xfrm>
            <a:off x="3519948" y="1592822"/>
            <a:ext cx="2169225" cy="4345858"/>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ext Placeholder 2"/>
          <p:cNvSpPr>
            <a:spLocks noGrp="1"/>
          </p:cNvSpPr>
          <p:nvPr>
            <p:ph type="body" sz="quarter" idx="25"/>
          </p:nvPr>
        </p:nvSpPr>
        <p:spPr>
          <a:xfrm>
            <a:off x="6406624" y="1607574"/>
            <a:ext cx="2169225" cy="4345858"/>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Text Placeholder 2"/>
          <p:cNvSpPr>
            <a:spLocks noGrp="1"/>
          </p:cNvSpPr>
          <p:nvPr>
            <p:ph type="body" sz="quarter" idx="26"/>
          </p:nvPr>
        </p:nvSpPr>
        <p:spPr>
          <a:xfrm>
            <a:off x="563563" y="1592822"/>
            <a:ext cx="2169225" cy="4345858"/>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272823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slide 3 columns 2 segments">
    <p:bg>
      <p:bgPr>
        <a:solidFill>
          <a:schemeClr val="bg2"/>
        </a:solidFill>
        <a:effectLst/>
      </p:bgPr>
    </p:bg>
    <p:spTree>
      <p:nvGrpSpPr>
        <p:cNvPr id="1" name=""/>
        <p:cNvGrpSpPr/>
        <p:nvPr/>
      </p:nvGrpSpPr>
      <p:grpSpPr>
        <a:xfrm>
          <a:off x="0" y="0"/>
          <a:ext cx="0" cy="0"/>
          <a:chOff x="0" y="0"/>
          <a:chExt cx="0" cy="0"/>
        </a:xfrm>
      </p:grpSpPr>
      <p:pic>
        <p:nvPicPr>
          <p:cNvPr id="27" name="Picture 2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4" name="Content Placeholder 5"/>
          <p:cNvSpPr txBox="1">
            <a:spLocks/>
          </p:cNvSpPr>
          <p:nvPr userDrawn="1"/>
        </p:nvSpPr>
        <p:spPr bwMode="auto">
          <a:xfrm>
            <a:off x="6135553"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5" name="Content Placeholder 5"/>
          <p:cNvSpPr txBox="1">
            <a:spLocks/>
          </p:cNvSpPr>
          <p:nvPr userDrawn="1"/>
        </p:nvSpPr>
        <p:spPr bwMode="auto">
          <a:xfrm>
            <a:off x="3234230"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6" name="Content Placeholder 5"/>
          <p:cNvSpPr txBox="1">
            <a:spLocks/>
          </p:cNvSpPr>
          <p:nvPr userDrawn="1"/>
        </p:nvSpPr>
        <p:spPr bwMode="auto">
          <a:xfrm>
            <a:off x="357189" y="1295526"/>
            <a:ext cx="269748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9" name="Round Same Side Corner Rectangle 8"/>
          <p:cNvSpPr/>
          <p:nvPr userDrawn="1"/>
        </p:nvSpPr>
        <p:spPr>
          <a:xfrm>
            <a:off x="357189" y="1286001"/>
            <a:ext cx="269748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 Same Side Corner Rectangle 10"/>
          <p:cNvSpPr/>
          <p:nvPr userDrawn="1"/>
        </p:nvSpPr>
        <p:spPr>
          <a:xfrm>
            <a:off x="3240014" y="1286001"/>
            <a:ext cx="269748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 Same Side Corner Rectangle 11"/>
          <p:cNvSpPr/>
          <p:nvPr userDrawn="1"/>
        </p:nvSpPr>
        <p:spPr>
          <a:xfrm>
            <a:off x="6132462" y="1286001"/>
            <a:ext cx="269748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p:cNvCxnSpPr/>
          <p:nvPr userDrawn="1"/>
        </p:nvCxnSpPr>
        <p:spPr>
          <a:xfrm>
            <a:off x="357189" y="4343569"/>
            <a:ext cx="2697480" cy="0"/>
          </a:xfrm>
          <a:prstGeom prst="line">
            <a:avLst/>
          </a:prstGeom>
          <a:ln w="9525" cmpd="sng">
            <a:gradFill flip="none" rotWithShape="1">
              <a:gsLst>
                <a:gs pos="0">
                  <a:schemeClr val="accent1"/>
                </a:gs>
                <a:gs pos="100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132462" y="4343569"/>
            <a:ext cx="2697480" cy="0"/>
          </a:xfrm>
          <a:prstGeom prst="line">
            <a:avLst/>
          </a:prstGeom>
          <a:ln w="9525" cmpd="sng">
            <a:gradFill flip="none" rotWithShape="1">
              <a:gsLst>
                <a:gs pos="0">
                  <a:schemeClr val="accent3"/>
                </a:gs>
                <a:gs pos="100000">
                  <a:schemeClr val="accent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3222762" y="4343569"/>
            <a:ext cx="2697480" cy="0"/>
          </a:xfrm>
          <a:prstGeom prst="line">
            <a:avLst/>
          </a:prstGeom>
          <a:ln w="9525" cmpd="sng">
            <a:gradFill flip="none" rotWithShape="1">
              <a:gsLst>
                <a:gs pos="0">
                  <a:schemeClr val="accent5"/>
                </a:gs>
                <a:gs pos="100000">
                  <a:schemeClr val="accent6"/>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6" name="Text Placeholder 2"/>
          <p:cNvSpPr>
            <a:spLocks noGrp="1"/>
          </p:cNvSpPr>
          <p:nvPr>
            <p:ph type="body" sz="quarter" idx="23"/>
          </p:nvPr>
        </p:nvSpPr>
        <p:spPr>
          <a:xfrm>
            <a:off x="544626" y="1602654"/>
            <a:ext cx="2346058" cy="259572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ext Placeholder 2"/>
          <p:cNvSpPr>
            <a:spLocks noGrp="1"/>
          </p:cNvSpPr>
          <p:nvPr>
            <p:ph type="body" sz="quarter" idx="24"/>
          </p:nvPr>
        </p:nvSpPr>
        <p:spPr>
          <a:xfrm>
            <a:off x="3409941" y="1602654"/>
            <a:ext cx="2346058" cy="2595720"/>
          </a:xfrm>
        </p:spPr>
        <p:txBody>
          <a:bodyPr/>
          <a:lstStyle>
            <a:lvl1pPr>
              <a:defRPr>
                <a:solidFill>
                  <a:srgbClr val="0070C0"/>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Text Placeholder 2"/>
          <p:cNvSpPr>
            <a:spLocks noGrp="1"/>
          </p:cNvSpPr>
          <p:nvPr>
            <p:ph type="body" sz="quarter" idx="25"/>
          </p:nvPr>
        </p:nvSpPr>
        <p:spPr>
          <a:xfrm>
            <a:off x="6311264" y="1602654"/>
            <a:ext cx="2346058" cy="2595720"/>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ext Placeholder 2"/>
          <p:cNvSpPr>
            <a:spLocks noGrp="1"/>
          </p:cNvSpPr>
          <p:nvPr>
            <p:ph type="body" sz="quarter" idx="26"/>
          </p:nvPr>
        </p:nvSpPr>
        <p:spPr>
          <a:xfrm>
            <a:off x="544513" y="4512088"/>
            <a:ext cx="2346325" cy="1462087"/>
          </a:xfrm>
        </p:spPr>
        <p:txBody>
          <a:bodyPr/>
          <a:lstStyle>
            <a:lvl1pPr>
              <a:defRPr sz="1600"/>
            </a:lvl1pPr>
            <a:lvl2pPr>
              <a:defRPr sz="1600"/>
            </a:lvl2pPr>
            <a:lvl3pP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Text Placeholder 2"/>
          <p:cNvSpPr>
            <a:spLocks noGrp="1"/>
          </p:cNvSpPr>
          <p:nvPr>
            <p:ph type="body" sz="quarter" idx="27"/>
          </p:nvPr>
        </p:nvSpPr>
        <p:spPr>
          <a:xfrm>
            <a:off x="3423391" y="4526702"/>
            <a:ext cx="2346325" cy="1462087"/>
          </a:xfrm>
        </p:spPr>
        <p:txBody>
          <a:bodyPr/>
          <a:lstStyle>
            <a:lvl1pPr>
              <a:defRPr sz="1600"/>
            </a:lvl1pPr>
            <a:lvl2pPr>
              <a:defRPr sz="1600"/>
            </a:lvl2pPr>
            <a:lvl3pP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9" name="Text Placeholder 2"/>
          <p:cNvSpPr>
            <a:spLocks noGrp="1"/>
          </p:cNvSpPr>
          <p:nvPr>
            <p:ph type="body" sz="quarter" idx="28"/>
          </p:nvPr>
        </p:nvSpPr>
        <p:spPr>
          <a:xfrm>
            <a:off x="6311264" y="4526702"/>
            <a:ext cx="2346325" cy="1462087"/>
          </a:xfrm>
        </p:spPr>
        <p:txBody>
          <a:bodyPr/>
          <a:lstStyle>
            <a:lvl1pPr>
              <a:defRPr sz="1600"/>
            </a:lvl1pPr>
            <a:lvl2pPr>
              <a:defRPr sz="1600"/>
            </a:lvl2pPr>
            <a:lvl3pP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82276364"/>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slide 3 columns + images">
    <p:bg>
      <p:bgPr>
        <a:solidFill>
          <a:schemeClr val="bg2"/>
        </a:solidFill>
        <a:effectLst/>
      </p:bgPr>
    </p:bg>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5" name="Content Placeholder 5"/>
          <p:cNvSpPr txBox="1">
            <a:spLocks/>
          </p:cNvSpPr>
          <p:nvPr userDrawn="1"/>
        </p:nvSpPr>
        <p:spPr bwMode="auto">
          <a:xfrm>
            <a:off x="6135553" y="1295526"/>
            <a:ext cx="2697480" cy="2989395"/>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6" name="Content Placeholder 5"/>
          <p:cNvSpPr txBox="1">
            <a:spLocks/>
          </p:cNvSpPr>
          <p:nvPr userDrawn="1"/>
        </p:nvSpPr>
        <p:spPr bwMode="auto">
          <a:xfrm>
            <a:off x="3234230" y="1295526"/>
            <a:ext cx="2697480" cy="2989395"/>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7" name="Content Placeholder 5"/>
          <p:cNvSpPr txBox="1">
            <a:spLocks/>
          </p:cNvSpPr>
          <p:nvPr userDrawn="1"/>
        </p:nvSpPr>
        <p:spPr bwMode="auto">
          <a:xfrm>
            <a:off x="357189" y="1295526"/>
            <a:ext cx="2697480" cy="2989395"/>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9" name="Round Same Side Corner Rectangle 8"/>
          <p:cNvSpPr/>
          <p:nvPr userDrawn="1"/>
        </p:nvSpPr>
        <p:spPr>
          <a:xfrm>
            <a:off x="357189" y="1286001"/>
            <a:ext cx="269748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 Same Side Corner Rectangle 10"/>
          <p:cNvSpPr/>
          <p:nvPr userDrawn="1"/>
        </p:nvSpPr>
        <p:spPr>
          <a:xfrm>
            <a:off x="3234230" y="1286001"/>
            <a:ext cx="269748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ound Same Side Corner Rectangle 11"/>
          <p:cNvSpPr/>
          <p:nvPr userDrawn="1"/>
        </p:nvSpPr>
        <p:spPr>
          <a:xfrm>
            <a:off x="6135553" y="1286001"/>
            <a:ext cx="269748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Picture Placeholder 3"/>
          <p:cNvSpPr>
            <a:spLocks noGrp="1"/>
          </p:cNvSpPr>
          <p:nvPr>
            <p:ph type="pic" sz="quarter" idx="21"/>
          </p:nvPr>
        </p:nvSpPr>
        <p:spPr>
          <a:xfrm>
            <a:off x="357188" y="4435983"/>
            <a:ext cx="2697481" cy="1539365"/>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5" name="Picture Placeholder 3"/>
          <p:cNvSpPr>
            <a:spLocks noGrp="1"/>
          </p:cNvSpPr>
          <p:nvPr>
            <p:ph type="pic" sz="quarter" idx="22"/>
          </p:nvPr>
        </p:nvSpPr>
        <p:spPr>
          <a:xfrm>
            <a:off x="6135553" y="4453448"/>
            <a:ext cx="2697481" cy="1539365"/>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6" name="Picture Placeholder 3"/>
          <p:cNvSpPr>
            <a:spLocks noGrp="1"/>
          </p:cNvSpPr>
          <p:nvPr>
            <p:ph type="pic" sz="quarter" idx="23"/>
          </p:nvPr>
        </p:nvSpPr>
        <p:spPr>
          <a:xfrm>
            <a:off x="3234323" y="4444609"/>
            <a:ext cx="2697481" cy="1539365"/>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9" name="Text Placeholder 2"/>
          <p:cNvSpPr>
            <a:spLocks noGrp="1"/>
          </p:cNvSpPr>
          <p:nvPr>
            <p:ph type="body" sz="quarter" idx="24"/>
          </p:nvPr>
        </p:nvSpPr>
        <p:spPr>
          <a:xfrm>
            <a:off x="544626" y="1602654"/>
            <a:ext cx="2346058" cy="259572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2"/>
          <p:cNvSpPr>
            <a:spLocks noGrp="1"/>
          </p:cNvSpPr>
          <p:nvPr>
            <p:ph type="body" sz="quarter" idx="25"/>
          </p:nvPr>
        </p:nvSpPr>
        <p:spPr>
          <a:xfrm>
            <a:off x="3409941" y="1602654"/>
            <a:ext cx="2346058" cy="2595720"/>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1" name="Text Placeholder 2"/>
          <p:cNvSpPr>
            <a:spLocks noGrp="1"/>
          </p:cNvSpPr>
          <p:nvPr>
            <p:ph type="body" sz="quarter" idx="26"/>
          </p:nvPr>
        </p:nvSpPr>
        <p:spPr>
          <a:xfrm>
            <a:off x="6311264" y="1602654"/>
            <a:ext cx="2346058" cy="2595720"/>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80516195"/>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slide 4 columns 4 segments">
    <p:bg>
      <p:bgPr>
        <a:solidFill>
          <a:schemeClr val="bg2"/>
        </a:solidFill>
        <a:effectLst/>
      </p:bgPr>
    </p:bg>
    <p:spTree>
      <p:nvGrpSpPr>
        <p:cNvPr id="1" name=""/>
        <p:cNvGrpSpPr/>
        <p:nvPr/>
      </p:nvGrpSpPr>
      <p:grpSpPr>
        <a:xfrm>
          <a:off x="0" y="0"/>
          <a:ext cx="0" cy="0"/>
          <a:chOff x="0" y="0"/>
          <a:chExt cx="0" cy="0"/>
        </a:xfrm>
      </p:grpSpPr>
      <p:pic>
        <p:nvPicPr>
          <p:cNvPr id="62" name="Picture 6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9" name="Content Placeholder 5"/>
          <p:cNvSpPr txBox="1">
            <a:spLocks/>
          </p:cNvSpPr>
          <p:nvPr userDrawn="1"/>
        </p:nvSpPr>
        <p:spPr bwMode="auto">
          <a:xfrm>
            <a:off x="6984867" y="1287109"/>
            <a:ext cx="1801945"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30" name="Content Placeholder 5"/>
          <p:cNvSpPr txBox="1">
            <a:spLocks/>
          </p:cNvSpPr>
          <p:nvPr userDrawn="1"/>
        </p:nvSpPr>
        <p:spPr bwMode="auto">
          <a:xfrm>
            <a:off x="5009482" y="1286001"/>
            <a:ext cx="1801945"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7" name="Content Placeholder 5"/>
          <p:cNvSpPr txBox="1">
            <a:spLocks/>
          </p:cNvSpPr>
          <p:nvPr userDrawn="1"/>
        </p:nvSpPr>
        <p:spPr bwMode="auto">
          <a:xfrm>
            <a:off x="3034091" y="1286001"/>
            <a:ext cx="1801945"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6" name="Content Placeholder 5"/>
          <p:cNvSpPr txBox="1">
            <a:spLocks/>
          </p:cNvSpPr>
          <p:nvPr userDrawn="1"/>
        </p:nvSpPr>
        <p:spPr bwMode="auto">
          <a:xfrm>
            <a:off x="1058706" y="1295526"/>
            <a:ext cx="1801945"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31" name="Round Same Side Corner Rectangle 30"/>
          <p:cNvSpPr/>
          <p:nvPr userDrawn="1"/>
        </p:nvSpPr>
        <p:spPr>
          <a:xfrm>
            <a:off x="6984864" y="1286001"/>
            <a:ext cx="1801948" cy="18288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ound Same Side Corner Rectangle 31"/>
          <p:cNvSpPr/>
          <p:nvPr userDrawn="1"/>
        </p:nvSpPr>
        <p:spPr>
          <a:xfrm>
            <a:off x="5009478" y="1286001"/>
            <a:ext cx="1801948"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ound Same Side Corner Rectangle 41"/>
          <p:cNvSpPr/>
          <p:nvPr userDrawn="1"/>
        </p:nvSpPr>
        <p:spPr>
          <a:xfrm>
            <a:off x="3034091" y="1286001"/>
            <a:ext cx="1801947"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 Same Side Corner Rectangle 42"/>
          <p:cNvSpPr/>
          <p:nvPr userDrawn="1"/>
        </p:nvSpPr>
        <p:spPr>
          <a:xfrm>
            <a:off x="1058705" y="1286001"/>
            <a:ext cx="1801947"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8" name="Straight Connector 47"/>
          <p:cNvCxnSpPr/>
          <p:nvPr userDrawn="1"/>
        </p:nvCxnSpPr>
        <p:spPr>
          <a:xfrm>
            <a:off x="6984864" y="2212279"/>
            <a:ext cx="1801948" cy="0"/>
          </a:xfrm>
          <a:prstGeom prst="line">
            <a:avLst/>
          </a:prstGeom>
          <a:ln w="9525" cmpd="sng">
            <a:gradFill flip="none" rotWithShape="1">
              <a:gsLst>
                <a:gs pos="0">
                  <a:srgbClr val="81017E"/>
                </a:gs>
                <a:gs pos="100000">
                  <a:srgbClr val="DA0081"/>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userDrawn="1"/>
        </p:nvCxnSpPr>
        <p:spPr>
          <a:xfrm>
            <a:off x="5009478" y="2212279"/>
            <a:ext cx="1801947" cy="0"/>
          </a:xfrm>
          <a:prstGeom prst="line">
            <a:avLst/>
          </a:prstGeom>
          <a:ln w="9525" cmpd="sng">
            <a:gradFill flip="none" rotWithShape="1">
              <a:gsLst>
                <a:gs pos="0">
                  <a:schemeClr val="accent3"/>
                </a:gs>
                <a:gs pos="100000">
                  <a:schemeClr val="accent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userDrawn="1"/>
        </p:nvCxnSpPr>
        <p:spPr>
          <a:xfrm>
            <a:off x="3034092" y="2212279"/>
            <a:ext cx="1801946" cy="0"/>
          </a:xfrm>
          <a:prstGeom prst="line">
            <a:avLst/>
          </a:prstGeom>
          <a:ln w="9525" cmpd="sng">
            <a:gradFill flip="none" rotWithShape="1">
              <a:gsLst>
                <a:gs pos="0">
                  <a:schemeClr val="accent5"/>
                </a:gs>
                <a:gs pos="100000">
                  <a:schemeClr val="accent6"/>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userDrawn="1"/>
        </p:nvCxnSpPr>
        <p:spPr>
          <a:xfrm>
            <a:off x="1058706" y="2217760"/>
            <a:ext cx="1801946" cy="0"/>
          </a:xfrm>
          <a:prstGeom prst="line">
            <a:avLst/>
          </a:prstGeom>
          <a:ln w="9525" cmpd="sng">
            <a:gradFill flip="none" rotWithShape="1">
              <a:gsLst>
                <a:gs pos="0">
                  <a:schemeClr val="accent1"/>
                </a:gs>
                <a:gs pos="100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userDrawn="1"/>
        </p:nvCxnSpPr>
        <p:spPr>
          <a:xfrm>
            <a:off x="6984864" y="3461857"/>
            <a:ext cx="1801948" cy="0"/>
          </a:xfrm>
          <a:prstGeom prst="line">
            <a:avLst/>
          </a:prstGeom>
          <a:ln w="9525" cmpd="sng">
            <a:gradFill flip="none" rotWithShape="1">
              <a:gsLst>
                <a:gs pos="0">
                  <a:srgbClr val="81017E"/>
                </a:gs>
                <a:gs pos="100000">
                  <a:srgbClr val="DA0081"/>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userDrawn="1"/>
        </p:nvCxnSpPr>
        <p:spPr>
          <a:xfrm>
            <a:off x="6984864" y="4711436"/>
            <a:ext cx="1801948" cy="0"/>
          </a:xfrm>
          <a:prstGeom prst="line">
            <a:avLst/>
          </a:prstGeom>
          <a:ln w="9525" cmpd="sng">
            <a:gradFill flip="none" rotWithShape="1">
              <a:gsLst>
                <a:gs pos="0">
                  <a:srgbClr val="81017E"/>
                </a:gs>
                <a:gs pos="100000">
                  <a:srgbClr val="DA0081"/>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userDrawn="1"/>
        </p:nvCxnSpPr>
        <p:spPr>
          <a:xfrm>
            <a:off x="5009478" y="3461857"/>
            <a:ext cx="1801947" cy="0"/>
          </a:xfrm>
          <a:prstGeom prst="line">
            <a:avLst/>
          </a:prstGeom>
          <a:ln w="9525" cmpd="sng">
            <a:gradFill flip="none" rotWithShape="1">
              <a:gsLst>
                <a:gs pos="0">
                  <a:schemeClr val="accent3"/>
                </a:gs>
                <a:gs pos="100000">
                  <a:schemeClr val="accent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userDrawn="1"/>
        </p:nvCxnSpPr>
        <p:spPr>
          <a:xfrm>
            <a:off x="5009478" y="4711436"/>
            <a:ext cx="1801947" cy="0"/>
          </a:xfrm>
          <a:prstGeom prst="line">
            <a:avLst/>
          </a:prstGeom>
          <a:ln w="9525" cmpd="sng">
            <a:gradFill flip="none" rotWithShape="1">
              <a:gsLst>
                <a:gs pos="0">
                  <a:schemeClr val="accent3"/>
                </a:gs>
                <a:gs pos="100000">
                  <a:schemeClr val="accent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userDrawn="1"/>
        </p:nvCxnSpPr>
        <p:spPr>
          <a:xfrm>
            <a:off x="3034092" y="3461857"/>
            <a:ext cx="1801946" cy="0"/>
          </a:xfrm>
          <a:prstGeom prst="line">
            <a:avLst/>
          </a:prstGeom>
          <a:ln w="9525" cmpd="sng">
            <a:gradFill flip="none" rotWithShape="1">
              <a:gsLst>
                <a:gs pos="0">
                  <a:schemeClr val="accent5"/>
                </a:gs>
                <a:gs pos="100000">
                  <a:schemeClr val="accent6"/>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userDrawn="1"/>
        </p:nvCxnSpPr>
        <p:spPr>
          <a:xfrm>
            <a:off x="3034092" y="4711436"/>
            <a:ext cx="1801946" cy="0"/>
          </a:xfrm>
          <a:prstGeom prst="line">
            <a:avLst/>
          </a:prstGeom>
          <a:ln w="9525" cmpd="sng">
            <a:gradFill flip="none" rotWithShape="1">
              <a:gsLst>
                <a:gs pos="0">
                  <a:schemeClr val="accent5"/>
                </a:gs>
                <a:gs pos="100000">
                  <a:schemeClr val="accent6"/>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userDrawn="1"/>
        </p:nvCxnSpPr>
        <p:spPr>
          <a:xfrm>
            <a:off x="1058706" y="3461857"/>
            <a:ext cx="1801946" cy="0"/>
          </a:xfrm>
          <a:prstGeom prst="line">
            <a:avLst/>
          </a:prstGeom>
          <a:ln w="9525" cmpd="sng">
            <a:gradFill flip="none" rotWithShape="1">
              <a:gsLst>
                <a:gs pos="0">
                  <a:schemeClr val="accent1"/>
                </a:gs>
                <a:gs pos="100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userDrawn="1"/>
        </p:nvCxnSpPr>
        <p:spPr>
          <a:xfrm>
            <a:off x="1058706" y="4711436"/>
            <a:ext cx="1801946" cy="0"/>
          </a:xfrm>
          <a:prstGeom prst="line">
            <a:avLst/>
          </a:prstGeom>
          <a:ln w="9525" cmpd="sng">
            <a:gradFill flip="none" rotWithShape="1">
              <a:gsLst>
                <a:gs pos="0">
                  <a:schemeClr val="accent1"/>
                </a:gs>
                <a:gs pos="100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3" name="Text Placeholder 2"/>
          <p:cNvSpPr>
            <a:spLocks noGrp="1"/>
          </p:cNvSpPr>
          <p:nvPr>
            <p:ph type="body" sz="quarter" idx="10"/>
          </p:nvPr>
        </p:nvSpPr>
        <p:spPr>
          <a:xfrm>
            <a:off x="1140737" y="2327564"/>
            <a:ext cx="1719938" cy="1011381"/>
          </a:xfrm>
        </p:spPr>
        <p:txBody>
          <a:bodyPr/>
          <a:lstStyle>
            <a:lvl1pPr marL="111125" indent="0">
              <a:defRPr sz="1400"/>
            </a:lvl1pPr>
          </a:lstStyle>
          <a:p>
            <a:pPr lvl="0"/>
            <a:r>
              <a:rPr lang="en-US" smtClean="0"/>
              <a:t>Click to edit Master text styles</a:t>
            </a:r>
          </a:p>
        </p:txBody>
      </p:sp>
      <p:sp>
        <p:nvSpPr>
          <p:cNvPr id="28" name="Text Placeholder 2"/>
          <p:cNvSpPr>
            <a:spLocks noGrp="1"/>
          </p:cNvSpPr>
          <p:nvPr>
            <p:ph type="body" sz="quarter" idx="11"/>
          </p:nvPr>
        </p:nvSpPr>
        <p:spPr>
          <a:xfrm>
            <a:off x="3141551" y="2327564"/>
            <a:ext cx="1694351" cy="1011381"/>
          </a:xfrm>
        </p:spPr>
        <p:txBody>
          <a:bodyPr/>
          <a:lstStyle>
            <a:lvl1pPr marL="111125" indent="0">
              <a:defRPr sz="1400"/>
            </a:lvl1pPr>
          </a:lstStyle>
          <a:p>
            <a:pPr lvl="0"/>
            <a:r>
              <a:rPr lang="en-US" smtClean="0"/>
              <a:t>Click to edit Master text styles</a:t>
            </a:r>
          </a:p>
        </p:txBody>
      </p:sp>
      <p:sp>
        <p:nvSpPr>
          <p:cNvPr id="33" name="Text Placeholder 2"/>
          <p:cNvSpPr>
            <a:spLocks noGrp="1"/>
          </p:cNvSpPr>
          <p:nvPr>
            <p:ph type="body" sz="quarter" idx="12"/>
          </p:nvPr>
        </p:nvSpPr>
        <p:spPr>
          <a:xfrm>
            <a:off x="5106154" y="2327564"/>
            <a:ext cx="1697815" cy="1011381"/>
          </a:xfrm>
        </p:spPr>
        <p:txBody>
          <a:bodyPr/>
          <a:lstStyle>
            <a:lvl1pPr marL="111125" indent="0">
              <a:defRPr sz="1400"/>
            </a:lvl1pPr>
          </a:lstStyle>
          <a:p>
            <a:pPr lvl="0"/>
            <a:r>
              <a:rPr lang="en-US" smtClean="0"/>
              <a:t>Click to edit Master text styles</a:t>
            </a:r>
          </a:p>
        </p:txBody>
      </p:sp>
      <p:sp>
        <p:nvSpPr>
          <p:cNvPr id="34" name="Text Placeholder 2"/>
          <p:cNvSpPr>
            <a:spLocks noGrp="1"/>
          </p:cNvSpPr>
          <p:nvPr>
            <p:ph type="body" sz="quarter" idx="13"/>
          </p:nvPr>
        </p:nvSpPr>
        <p:spPr>
          <a:xfrm>
            <a:off x="7070754" y="2327564"/>
            <a:ext cx="1708443" cy="1011381"/>
          </a:xfrm>
        </p:spPr>
        <p:txBody>
          <a:bodyPr/>
          <a:lstStyle>
            <a:lvl1pPr marL="111125" indent="0">
              <a:defRPr sz="1400"/>
            </a:lvl1pPr>
          </a:lstStyle>
          <a:p>
            <a:pPr lvl="0"/>
            <a:r>
              <a:rPr lang="en-US" smtClean="0"/>
              <a:t>Click to edit Master text styles</a:t>
            </a:r>
          </a:p>
        </p:txBody>
      </p:sp>
      <p:sp>
        <p:nvSpPr>
          <p:cNvPr id="35" name="Text Placeholder 2"/>
          <p:cNvSpPr>
            <a:spLocks noGrp="1"/>
          </p:cNvSpPr>
          <p:nvPr>
            <p:ph type="body" sz="quarter" idx="14"/>
          </p:nvPr>
        </p:nvSpPr>
        <p:spPr>
          <a:xfrm>
            <a:off x="1140737" y="3574509"/>
            <a:ext cx="1733788" cy="1011381"/>
          </a:xfrm>
        </p:spPr>
        <p:txBody>
          <a:bodyPr/>
          <a:lstStyle>
            <a:lvl1pPr marL="111125" indent="0">
              <a:defRPr sz="1400"/>
            </a:lvl1pPr>
          </a:lstStyle>
          <a:p>
            <a:pPr lvl="0"/>
            <a:r>
              <a:rPr lang="en-US" smtClean="0"/>
              <a:t>Click to edit Master text styles</a:t>
            </a:r>
          </a:p>
        </p:txBody>
      </p:sp>
      <p:sp>
        <p:nvSpPr>
          <p:cNvPr id="36" name="Text Placeholder 2"/>
          <p:cNvSpPr>
            <a:spLocks noGrp="1"/>
          </p:cNvSpPr>
          <p:nvPr>
            <p:ph type="body" sz="quarter" idx="15"/>
          </p:nvPr>
        </p:nvSpPr>
        <p:spPr>
          <a:xfrm>
            <a:off x="3141551" y="3574509"/>
            <a:ext cx="1708201" cy="1011381"/>
          </a:xfrm>
        </p:spPr>
        <p:txBody>
          <a:bodyPr/>
          <a:lstStyle>
            <a:lvl1pPr marL="111125" indent="0">
              <a:defRPr sz="1400"/>
            </a:lvl1pPr>
          </a:lstStyle>
          <a:p>
            <a:pPr lvl="0"/>
            <a:r>
              <a:rPr lang="en-US" smtClean="0"/>
              <a:t>Click to edit Master text styles</a:t>
            </a:r>
          </a:p>
        </p:txBody>
      </p:sp>
      <p:sp>
        <p:nvSpPr>
          <p:cNvPr id="37" name="Text Placeholder 2"/>
          <p:cNvSpPr>
            <a:spLocks noGrp="1"/>
          </p:cNvSpPr>
          <p:nvPr>
            <p:ph type="body" sz="quarter" idx="16"/>
          </p:nvPr>
        </p:nvSpPr>
        <p:spPr>
          <a:xfrm>
            <a:off x="5106154" y="3574509"/>
            <a:ext cx="1711666" cy="1011381"/>
          </a:xfrm>
        </p:spPr>
        <p:txBody>
          <a:bodyPr/>
          <a:lstStyle>
            <a:lvl1pPr marL="111125" indent="0">
              <a:defRPr sz="1400"/>
            </a:lvl1pPr>
          </a:lstStyle>
          <a:p>
            <a:pPr lvl="0"/>
            <a:r>
              <a:rPr lang="en-US" smtClean="0"/>
              <a:t>Click to edit Master text styles</a:t>
            </a:r>
          </a:p>
        </p:txBody>
      </p:sp>
      <p:sp>
        <p:nvSpPr>
          <p:cNvPr id="38" name="Text Placeholder 2"/>
          <p:cNvSpPr>
            <a:spLocks noGrp="1"/>
          </p:cNvSpPr>
          <p:nvPr>
            <p:ph type="body" sz="quarter" idx="17"/>
          </p:nvPr>
        </p:nvSpPr>
        <p:spPr>
          <a:xfrm>
            <a:off x="7070754" y="3574509"/>
            <a:ext cx="1722293" cy="1011381"/>
          </a:xfrm>
        </p:spPr>
        <p:txBody>
          <a:bodyPr/>
          <a:lstStyle>
            <a:lvl1pPr marL="111125" indent="0">
              <a:defRPr sz="1400"/>
            </a:lvl1pPr>
          </a:lstStyle>
          <a:p>
            <a:pPr lvl="0"/>
            <a:r>
              <a:rPr lang="en-US" smtClean="0"/>
              <a:t>Click to edit Master text styles</a:t>
            </a:r>
          </a:p>
        </p:txBody>
      </p:sp>
      <p:sp>
        <p:nvSpPr>
          <p:cNvPr id="39" name="Text Placeholder 2"/>
          <p:cNvSpPr>
            <a:spLocks noGrp="1"/>
          </p:cNvSpPr>
          <p:nvPr>
            <p:ph type="body" sz="quarter" idx="18"/>
          </p:nvPr>
        </p:nvSpPr>
        <p:spPr>
          <a:xfrm>
            <a:off x="1140736" y="4849164"/>
            <a:ext cx="1733783" cy="1011381"/>
          </a:xfrm>
        </p:spPr>
        <p:txBody>
          <a:bodyPr/>
          <a:lstStyle>
            <a:lvl1pPr marL="111125" indent="0">
              <a:defRPr sz="1400"/>
            </a:lvl1pPr>
          </a:lstStyle>
          <a:p>
            <a:pPr lvl="0"/>
            <a:r>
              <a:rPr lang="en-US" smtClean="0"/>
              <a:t>Click to edit Master text styles</a:t>
            </a:r>
          </a:p>
        </p:txBody>
      </p:sp>
      <p:sp>
        <p:nvSpPr>
          <p:cNvPr id="40" name="Text Placeholder 2"/>
          <p:cNvSpPr>
            <a:spLocks noGrp="1"/>
          </p:cNvSpPr>
          <p:nvPr>
            <p:ph type="body" sz="quarter" idx="19"/>
          </p:nvPr>
        </p:nvSpPr>
        <p:spPr>
          <a:xfrm>
            <a:off x="3141552" y="4849164"/>
            <a:ext cx="1708196" cy="1011381"/>
          </a:xfrm>
        </p:spPr>
        <p:txBody>
          <a:bodyPr/>
          <a:lstStyle>
            <a:lvl1pPr marL="111125" indent="0">
              <a:defRPr sz="1400"/>
            </a:lvl1pPr>
          </a:lstStyle>
          <a:p>
            <a:pPr lvl="0"/>
            <a:r>
              <a:rPr lang="en-US" smtClean="0"/>
              <a:t>Click to edit Master text styles</a:t>
            </a:r>
          </a:p>
        </p:txBody>
      </p:sp>
      <p:sp>
        <p:nvSpPr>
          <p:cNvPr id="44" name="Text Placeholder 2"/>
          <p:cNvSpPr>
            <a:spLocks noGrp="1"/>
          </p:cNvSpPr>
          <p:nvPr>
            <p:ph type="body" sz="quarter" idx="20"/>
          </p:nvPr>
        </p:nvSpPr>
        <p:spPr>
          <a:xfrm>
            <a:off x="5106153" y="4849164"/>
            <a:ext cx="1711661" cy="1011381"/>
          </a:xfrm>
        </p:spPr>
        <p:txBody>
          <a:bodyPr/>
          <a:lstStyle>
            <a:lvl1pPr marL="111125" indent="0">
              <a:defRPr sz="1400"/>
            </a:lvl1pPr>
          </a:lstStyle>
          <a:p>
            <a:pPr lvl="0"/>
            <a:r>
              <a:rPr lang="en-US" smtClean="0"/>
              <a:t>Click to edit Master text styles</a:t>
            </a:r>
          </a:p>
        </p:txBody>
      </p:sp>
      <p:sp>
        <p:nvSpPr>
          <p:cNvPr id="45" name="Text Placeholder 2"/>
          <p:cNvSpPr>
            <a:spLocks noGrp="1"/>
          </p:cNvSpPr>
          <p:nvPr>
            <p:ph type="body" sz="quarter" idx="21"/>
          </p:nvPr>
        </p:nvSpPr>
        <p:spPr>
          <a:xfrm>
            <a:off x="7070755" y="4849164"/>
            <a:ext cx="1722287" cy="1011381"/>
          </a:xfrm>
        </p:spPr>
        <p:txBody>
          <a:bodyPr/>
          <a:lstStyle>
            <a:lvl1pPr marL="111125" indent="0">
              <a:defRPr sz="1400"/>
            </a:lvl1pPr>
          </a:lstStyle>
          <a:p>
            <a:pPr lvl="0"/>
            <a:r>
              <a:rPr lang="en-US" smtClean="0"/>
              <a:t>Click to edit Master text styles</a:t>
            </a:r>
          </a:p>
        </p:txBody>
      </p:sp>
      <p:sp>
        <p:nvSpPr>
          <p:cNvPr id="4" name="Text Placeholder 3"/>
          <p:cNvSpPr>
            <a:spLocks noGrp="1"/>
          </p:cNvSpPr>
          <p:nvPr>
            <p:ph type="body" sz="quarter" idx="22"/>
          </p:nvPr>
        </p:nvSpPr>
        <p:spPr>
          <a:xfrm>
            <a:off x="1073149" y="1506016"/>
            <a:ext cx="1787501" cy="741362"/>
          </a:xfrm>
        </p:spPr>
        <p:txBody>
          <a:bodyPr/>
          <a:lstStyle>
            <a:lvl1pPr marL="112713" indent="0">
              <a:defRPr sz="1800">
                <a:solidFill>
                  <a:schemeClr val="accent1"/>
                </a:solidFill>
              </a:defRPr>
            </a:lvl1pPr>
          </a:lstStyle>
          <a:p>
            <a:pPr lvl="0"/>
            <a:r>
              <a:rPr lang="en-US" smtClean="0"/>
              <a:t>Click to edit Master text styles</a:t>
            </a:r>
          </a:p>
        </p:txBody>
      </p:sp>
      <p:sp>
        <p:nvSpPr>
          <p:cNvPr id="47" name="Text Placeholder 3"/>
          <p:cNvSpPr>
            <a:spLocks noGrp="1"/>
          </p:cNvSpPr>
          <p:nvPr>
            <p:ph type="body" sz="quarter" idx="23"/>
          </p:nvPr>
        </p:nvSpPr>
        <p:spPr>
          <a:xfrm>
            <a:off x="3034091" y="1508104"/>
            <a:ext cx="1787501" cy="741362"/>
          </a:xfrm>
        </p:spPr>
        <p:txBody>
          <a:bodyPr/>
          <a:lstStyle>
            <a:lvl1pPr marL="112713" indent="0">
              <a:defRPr sz="1800">
                <a:solidFill>
                  <a:schemeClr val="accent5"/>
                </a:solidFill>
              </a:defRPr>
            </a:lvl1pPr>
          </a:lstStyle>
          <a:p>
            <a:pPr lvl="0"/>
            <a:r>
              <a:rPr lang="en-US" smtClean="0"/>
              <a:t>Click to edit Master text styles</a:t>
            </a:r>
          </a:p>
        </p:txBody>
      </p:sp>
      <p:sp>
        <p:nvSpPr>
          <p:cNvPr id="60" name="Text Placeholder 3"/>
          <p:cNvSpPr>
            <a:spLocks noGrp="1"/>
          </p:cNvSpPr>
          <p:nvPr>
            <p:ph type="body" sz="quarter" idx="24"/>
          </p:nvPr>
        </p:nvSpPr>
        <p:spPr>
          <a:xfrm>
            <a:off x="5033453" y="1495578"/>
            <a:ext cx="1787501" cy="741362"/>
          </a:xfrm>
        </p:spPr>
        <p:txBody>
          <a:bodyPr/>
          <a:lstStyle>
            <a:lvl1pPr marL="112713" indent="0">
              <a:defRPr sz="1800">
                <a:solidFill>
                  <a:schemeClr val="accent3"/>
                </a:solidFill>
              </a:defRPr>
            </a:lvl1pPr>
          </a:lstStyle>
          <a:p>
            <a:pPr lvl="0"/>
            <a:r>
              <a:rPr lang="en-US" smtClean="0"/>
              <a:t>Click to edit Master text styles</a:t>
            </a:r>
          </a:p>
        </p:txBody>
      </p:sp>
      <p:sp>
        <p:nvSpPr>
          <p:cNvPr id="61" name="Text Placeholder 3"/>
          <p:cNvSpPr>
            <a:spLocks noGrp="1"/>
          </p:cNvSpPr>
          <p:nvPr>
            <p:ph type="body" sz="quarter" idx="25"/>
          </p:nvPr>
        </p:nvSpPr>
        <p:spPr>
          <a:xfrm>
            <a:off x="6994395" y="1497666"/>
            <a:ext cx="1787501" cy="741362"/>
          </a:xfrm>
        </p:spPr>
        <p:txBody>
          <a:bodyPr/>
          <a:lstStyle>
            <a:lvl1pPr marL="112713" indent="0">
              <a:defRPr sz="1800">
                <a:solidFill>
                  <a:srgbClr val="7030A0"/>
                </a:solidFill>
              </a:defRPr>
            </a:lvl1pPr>
          </a:lstStyle>
          <a:p>
            <a:pPr lvl="0"/>
            <a:r>
              <a:rPr lang="en-US" smtClean="0"/>
              <a:t>Click to edit Master text styles</a:t>
            </a:r>
          </a:p>
        </p:txBody>
      </p:sp>
      <p:sp>
        <p:nvSpPr>
          <p:cNvPr id="6" name="Text Placeholder 5"/>
          <p:cNvSpPr>
            <a:spLocks noGrp="1"/>
          </p:cNvSpPr>
          <p:nvPr>
            <p:ph type="body" sz="quarter" idx="26"/>
          </p:nvPr>
        </p:nvSpPr>
        <p:spPr>
          <a:xfrm>
            <a:off x="257175" y="3697831"/>
            <a:ext cx="750888" cy="762000"/>
          </a:xfrm>
        </p:spPr>
        <p:txBody>
          <a:bodyPr/>
          <a:lstStyle>
            <a:lvl1pPr>
              <a:defRPr sz="1400" i="1"/>
            </a:lvl1pPr>
          </a:lstStyle>
          <a:p>
            <a:pPr lvl="0"/>
            <a:r>
              <a:rPr lang="en-US" smtClean="0"/>
              <a:t>Click to edit Master text styles</a:t>
            </a:r>
          </a:p>
        </p:txBody>
      </p:sp>
      <p:sp>
        <p:nvSpPr>
          <p:cNvPr id="64" name="Text Placeholder 5"/>
          <p:cNvSpPr>
            <a:spLocks noGrp="1"/>
          </p:cNvSpPr>
          <p:nvPr>
            <p:ph type="body" sz="quarter" idx="27"/>
          </p:nvPr>
        </p:nvSpPr>
        <p:spPr>
          <a:xfrm>
            <a:off x="246737" y="2445039"/>
            <a:ext cx="750888" cy="762000"/>
          </a:xfrm>
        </p:spPr>
        <p:txBody>
          <a:bodyPr/>
          <a:lstStyle>
            <a:lvl1pPr>
              <a:defRPr sz="1400" i="1"/>
            </a:lvl1pPr>
          </a:lstStyle>
          <a:p>
            <a:pPr lvl="0"/>
            <a:r>
              <a:rPr lang="en-US" smtClean="0"/>
              <a:t>Click to edit Master text styles</a:t>
            </a:r>
          </a:p>
        </p:txBody>
      </p:sp>
      <p:sp>
        <p:nvSpPr>
          <p:cNvPr id="65" name="Text Placeholder 5"/>
          <p:cNvSpPr>
            <a:spLocks noGrp="1"/>
          </p:cNvSpPr>
          <p:nvPr>
            <p:ph type="body" sz="quarter" idx="28"/>
          </p:nvPr>
        </p:nvSpPr>
        <p:spPr>
          <a:xfrm>
            <a:off x="257175" y="4988009"/>
            <a:ext cx="750888" cy="762000"/>
          </a:xfrm>
        </p:spPr>
        <p:txBody>
          <a:bodyPr/>
          <a:lstStyle>
            <a:lvl1pPr>
              <a:defRPr sz="1400" i="1"/>
            </a:lvl1pPr>
          </a:lstStyle>
          <a:p>
            <a:pPr lvl="0"/>
            <a:r>
              <a:rPr lang="en-US" smtClean="0"/>
              <a:t>Click to edit Master text styles</a:t>
            </a:r>
          </a:p>
        </p:txBody>
      </p:sp>
    </p:spTree>
    <p:extLst>
      <p:ext uri="{BB962C8B-B14F-4D97-AF65-F5344CB8AC3E}">
        <p14:creationId xmlns:p14="http://schemas.microsoft.com/office/powerpoint/2010/main" val="3773818201"/>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slide 4 columns + images">
    <p:bg>
      <p:bgPr>
        <a:solidFill>
          <a:schemeClr val="bg2"/>
        </a:solidFill>
        <a:effectLst/>
      </p:bgPr>
    </p:bg>
    <p:spTree>
      <p:nvGrpSpPr>
        <p:cNvPr id="1" name=""/>
        <p:cNvGrpSpPr/>
        <p:nvPr/>
      </p:nvGrpSpPr>
      <p:grpSpPr>
        <a:xfrm>
          <a:off x="0" y="0"/>
          <a:ext cx="0" cy="0"/>
          <a:chOff x="0" y="0"/>
          <a:chExt cx="0" cy="0"/>
        </a:xfrm>
      </p:grpSpPr>
      <p:pic>
        <p:nvPicPr>
          <p:cNvPr id="30" name="Picture 29"/>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1" name="Content Placeholder 5"/>
          <p:cNvSpPr txBox="1">
            <a:spLocks/>
          </p:cNvSpPr>
          <p:nvPr userDrawn="1"/>
        </p:nvSpPr>
        <p:spPr bwMode="auto">
          <a:xfrm>
            <a:off x="6784276" y="1287594"/>
            <a:ext cx="2002536" cy="2880369"/>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2" name="Content Placeholder 5"/>
          <p:cNvSpPr txBox="1">
            <a:spLocks/>
          </p:cNvSpPr>
          <p:nvPr userDrawn="1"/>
        </p:nvSpPr>
        <p:spPr bwMode="auto">
          <a:xfrm>
            <a:off x="4641531" y="1287109"/>
            <a:ext cx="2002535" cy="2880855"/>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3" name="Content Placeholder 5"/>
          <p:cNvSpPr txBox="1">
            <a:spLocks/>
          </p:cNvSpPr>
          <p:nvPr userDrawn="1"/>
        </p:nvSpPr>
        <p:spPr bwMode="auto">
          <a:xfrm>
            <a:off x="2498047" y="1286002"/>
            <a:ext cx="2002535" cy="2881962"/>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5" name="Content Placeholder 5"/>
          <p:cNvSpPr txBox="1">
            <a:spLocks/>
          </p:cNvSpPr>
          <p:nvPr userDrawn="1"/>
        </p:nvSpPr>
        <p:spPr bwMode="auto">
          <a:xfrm>
            <a:off x="357189" y="1295526"/>
            <a:ext cx="2002535" cy="28724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35" name="Round Same Side Corner Rectangle 34"/>
          <p:cNvSpPr/>
          <p:nvPr userDrawn="1"/>
        </p:nvSpPr>
        <p:spPr>
          <a:xfrm>
            <a:off x="357189" y="1286001"/>
            <a:ext cx="2002536"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ound Same Side Corner Rectangle 35"/>
          <p:cNvSpPr/>
          <p:nvPr userDrawn="1"/>
        </p:nvSpPr>
        <p:spPr>
          <a:xfrm>
            <a:off x="2498046" y="1286001"/>
            <a:ext cx="2002536"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ound Same Side Corner Rectangle 36"/>
          <p:cNvSpPr/>
          <p:nvPr userDrawn="1"/>
        </p:nvSpPr>
        <p:spPr>
          <a:xfrm>
            <a:off x="4641531" y="1286001"/>
            <a:ext cx="2002536"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ound Same Side Corner Rectangle 37"/>
          <p:cNvSpPr/>
          <p:nvPr userDrawn="1"/>
        </p:nvSpPr>
        <p:spPr>
          <a:xfrm>
            <a:off x="6784276" y="1286001"/>
            <a:ext cx="2002536" cy="18288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sz="quarter" idx="10"/>
          </p:nvPr>
        </p:nvSpPr>
        <p:spPr>
          <a:xfrm>
            <a:off x="357188" y="4310063"/>
            <a:ext cx="2001837" cy="1628775"/>
          </a:xfrm>
          <a:prstGeom prst="roundRect">
            <a:avLst>
              <a:gd name="adj" fmla="val 4758"/>
            </a:avLst>
          </a:prstGeom>
          <a:solidFill>
            <a:schemeClr val="tx1"/>
          </a:solidFill>
        </p:spPr>
        <p:txBody>
          <a:bodyPr/>
          <a:lstStyle/>
          <a:p>
            <a:r>
              <a:rPr lang="en-US" smtClean="0"/>
              <a:t>Click icon to add picture</a:t>
            </a:r>
            <a:endParaRPr lang="en-US" dirty="0"/>
          </a:p>
        </p:txBody>
      </p:sp>
      <p:sp>
        <p:nvSpPr>
          <p:cNvPr id="20" name="Picture Placeholder 2"/>
          <p:cNvSpPr>
            <a:spLocks noGrp="1"/>
          </p:cNvSpPr>
          <p:nvPr>
            <p:ph type="pic" sz="quarter" idx="11"/>
          </p:nvPr>
        </p:nvSpPr>
        <p:spPr>
          <a:xfrm>
            <a:off x="2498745" y="4310063"/>
            <a:ext cx="2001837" cy="1628775"/>
          </a:xfrm>
          <a:prstGeom prst="roundRect">
            <a:avLst>
              <a:gd name="adj" fmla="val 4758"/>
            </a:avLst>
          </a:prstGeom>
          <a:solidFill>
            <a:schemeClr val="tx1"/>
          </a:solidFill>
        </p:spPr>
        <p:txBody>
          <a:bodyPr/>
          <a:lstStyle/>
          <a:p>
            <a:r>
              <a:rPr lang="en-US" smtClean="0"/>
              <a:t>Click icon to add picture</a:t>
            </a:r>
            <a:endParaRPr lang="en-US" dirty="0"/>
          </a:p>
        </p:txBody>
      </p:sp>
      <p:sp>
        <p:nvSpPr>
          <p:cNvPr id="24" name="Picture Placeholder 2"/>
          <p:cNvSpPr>
            <a:spLocks noGrp="1"/>
          </p:cNvSpPr>
          <p:nvPr>
            <p:ph type="pic" sz="quarter" idx="12"/>
          </p:nvPr>
        </p:nvSpPr>
        <p:spPr>
          <a:xfrm>
            <a:off x="4641531" y="4310063"/>
            <a:ext cx="2001837" cy="1628775"/>
          </a:xfrm>
          <a:prstGeom prst="roundRect">
            <a:avLst>
              <a:gd name="adj" fmla="val 4758"/>
            </a:avLst>
          </a:prstGeom>
          <a:solidFill>
            <a:schemeClr val="tx1"/>
          </a:solidFill>
        </p:spPr>
        <p:txBody>
          <a:bodyPr/>
          <a:lstStyle/>
          <a:p>
            <a:r>
              <a:rPr lang="en-US" smtClean="0"/>
              <a:t>Click icon to add picture</a:t>
            </a:r>
            <a:endParaRPr lang="en-US" dirty="0"/>
          </a:p>
        </p:txBody>
      </p:sp>
      <p:sp>
        <p:nvSpPr>
          <p:cNvPr id="26" name="Picture Placeholder 2"/>
          <p:cNvSpPr>
            <a:spLocks noGrp="1"/>
          </p:cNvSpPr>
          <p:nvPr>
            <p:ph type="pic" sz="quarter" idx="13"/>
          </p:nvPr>
        </p:nvSpPr>
        <p:spPr>
          <a:xfrm>
            <a:off x="6784276" y="4310744"/>
            <a:ext cx="2001837" cy="1628775"/>
          </a:xfrm>
          <a:prstGeom prst="roundRect">
            <a:avLst>
              <a:gd name="adj" fmla="val 4758"/>
            </a:avLst>
          </a:prstGeom>
          <a:solidFill>
            <a:schemeClr val="tx1"/>
          </a:solidFill>
        </p:spPr>
        <p:txBody>
          <a:bodyPr/>
          <a:lstStyle/>
          <a:p>
            <a:r>
              <a:rPr lang="en-US" smtClean="0"/>
              <a:t>Click icon to add picture</a:t>
            </a:r>
            <a:endParaRPr lang="en-US" dirty="0"/>
          </a:p>
        </p:txBody>
      </p:sp>
      <p:sp>
        <p:nvSpPr>
          <p:cNvPr id="19" name="Text Placeholder 2"/>
          <p:cNvSpPr>
            <a:spLocks noGrp="1"/>
          </p:cNvSpPr>
          <p:nvPr>
            <p:ph type="body" sz="quarter" idx="24"/>
          </p:nvPr>
        </p:nvSpPr>
        <p:spPr>
          <a:xfrm>
            <a:off x="505298" y="1602654"/>
            <a:ext cx="1716793" cy="2595720"/>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ext Placeholder 2"/>
          <p:cNvSpPr>
            <a:spLocks noGrp="1"/>
          </p:cNvSpPr>
          <p:nvPr>
            <p:ph type="body" sz="quarter" idx="25"/>
          </p:nvPr>
        </p:nvSpPr>
        <p:spPr>
          <a:xfrm>
            <a:off x="2640917" y="1617406"/>
            <a:ext cx="1716793" cy="2595720"/>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Text Placeholder 2"/>
          <p:cNvSpPr>
            <a:spLocks noGrp="1"/>
          </p:cNvSpPr>
          <p:nvPr>
            <p:ph type="body" sz="quarter" idx="26"/>
          </p:nvPr>
        </p:nvSpPr>
        <p:spPr>
          <a:xfrm>
            <a:off x="4791528" y="1597742"/>
            <a:ext cx="1716793" cy="2595720"/>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9" name="Text Placeholder 2"/>
          <p:cNvSpPr>
            <a:spLocks noGrp="1"/>
          </p:cNvSpPr>
          <p:nvPr>
            <p:ph type="body" sz="quarter" idx="27"/>
          </p:nvPr>
        </p:nvSpPr>
        <p:spPr>
          <a:xfrm>
            <a:off x="6927147" y="1612494"/>
            <a:ext cx="1716793" cy="2595720"/>
          </a:xfrm>
        </p:spPr>
        <p:txBody>
          <a:bodyPr/>
          <a:lstStyle>
            <a:lvl1pPr>
              <a:defRPr>
                <a:solidFill>
                  <a:srgbClr val="7030A0"/>
                </a:solidFil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85601533"/>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slide 5 columns 2 segments">
    <p:bg>
      <p:bgPr>
        <a:solidFill>
          <a:schemeClr val="bg2"/>
        </a:solidFill>
        <a:effectLst/>
      </p:bgPr>
    </p:bg>
    <p:spTree>
      <p:nvGrpSpPr>
        <p:cNvPr id="1" name=""/>
        <p:cNvGrpSpPr/>
        <p:nvPr/>
      </p:nvGrpSpPr>
      <p:grpSpPr>
        <a:xfrm>
          <a:off x="0" y="0"/>
          <a:ext cx="0" cy="0"/>
          <a:chOff x="0" y="0"/>
          <a:chExt cx="0" cy="0"/>
        </a:xfrm>
      </p:grpSpPr>
      <p:pic>
        <p:nvPicPr>
          <p:cNvPr id="32" name="Picture 31"/>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5" name="Content Placeholder 5"/>
          <p:cNvSpPr txBox="1">
            <a:spLocks/>
          </p:cNvSpPr>
          <p:nvPr userDrawn="1"/>
        </p:nvSpPr>
        <p:spPr bwMode="auto">
          <a:xfrm>
            <a:off x="7184572" y="1287594"/>
            <a:ext cx="160224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1" name="Content Placeholder 5"/>
          <p:cNvSpPr txBox="1">
            <a:spLocks/>
          </p:cNvSpPr>
          <p:nvPr userDrawn="1"/>
        </p:nvSpPr>
        <p:spPr bwMode="auto">
          <a:xfrm>
            <a:off x="5479145" y="1287109"/>
            <a:ext cx="160224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2" name="Content Placeholder 5"/>
          <p:cNvSpPr txBox="1">
            <a:spLocks/>
          </p:cNvSpPr>
          <p:nvPr userDrawn="1"/>
        </p:nvSpPr>
        <p:spPr bwMode="auto">
          <a:xfrm>
            <a:off x="3775304" y="1286001"/>
            <a:ext cx="160224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3" name="Content Placeholder 5"/>
          <p:cNvSpPr txBox="1">
            <a:spLocks/>
          </p:cNvSpPr>
          <p:nvPr userDrawn="1"/>
        </p:nvSpPr>
        <p:spPr bwMode="auto">
          <a:xfrm>
            <a:off x="2062619" y="1286001"/>
            <a:ext cx="160224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4" name="Content Placeholder 5"/>
          <p:cNvSpPr txBox="1">
            <a:spLocks/>
          </p:cNvSpPr>
          <p:nvPr userDrawn="1"/>
        </p:nvSpPr>
        <p:spPr bwMode="auto">
          <a:xfrm>
            <a:off x="357190" y="1295526"/>
            <a:ext cx="1602240" cy="46528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42" name="Round Same Side Corner Rectangle 41"/>
          <p:cNvSpPr/>
          <p:nvPr userDrawn="1"/>
        </p:nvSpPr>
        <p:spPr>
          <a:xfrm>
            <a:off x="357189" y="1286001"/>
            <a:ext cx="160224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 Same Side Corner Rectangle 42"/>
          <p:cNvSpPr/>
          <p:nvPr userDrawn="1"/>
        </p:nvSpPr>
        <p:spPr>
          <a:xfrm>
            <a:off x="2062618" y="1286001"/>
            <a:ext cx="160224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ound Same Side Corner Rectangle 43"/>
          <p:cNvSpPr/>
          <p:nvPr userDrawn="1"/>
        </p:nvSpPr>
        <p:spPr>
          <a:xfrm>
            <a:off x="3775303" y="1286001"/>
            <a:ext cx="160224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ound Same Side Corner Rectangle 44"/>
          <p:cNvSpPr/>
          <p:nvPr userDrawn="1"/>
        </p:nvSpPr>
        <p:spPr>
          <a:xfrm>
            <a:off x="5479144" y="1286001"/>
            <a:ext cx="1602240" cy="18288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ound Same Side Corner Rectangle 45"/>
          <p:cNvSpPr/>
          <p:nvPr userDrawn="1"/>
        </p:nvSpPr>
        <p:spPr>
          <a:xfrm>
            <a:off x="7184572" y="1286001"/>
            <a:ext cx="1602240" cy="182880"/>
          </a:xfrm>
          <a:prstGeom prst="round2SameRect">
            <a:avLst>
              <a:gd name="adj1" fmla="val 50000"/>
              <a:gd name="adj2" fmla="val 0"/>
            </a:avLst>
          </a:prstGeom>
          <a:gradFill>
            <a:gsLst>
              <a:gs pos="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9" name="Straight Connector 48"/>
          <p:cNvCxnSpPr/>
          <p:nvPr userDrawn="1"/>
        </p:nvCxnSpPr>
        <p:spPr>
          <a:xfrm>
            <a:off x="2062618" y="4118137"/>
            <a:ext cx="1602240" cy="0"/>
          </a:xfrm>
          <a:prstGeom prst="line">
            <a:avLst/>
          </a:prstGeom>
          <a:ln w="9525" cmpd="sng">
            <a:gradFill flip="none" rotWithShape="1">
              <a:gsLst>
                <a:gs pos="0">
                  <a:schemeClr val="accent5"/>
                </a:gs>
                <a:gs pos="100000">
                  <a:schemeClr val="accent6"/>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userDrawn="1"/>
        </p:nvCxnSpPr>
        <p:spPr>
          <a:xfrm>
            <a:off x="357189" y="4118137"/>
            <a:ext cx="1602240" cy="0"/>
          </a:xfrm>
          <a:prstGeom prst="line">
            <a:avLst/>
          </a:prstGeom>
          <a:ln w="9525" cmpd="sng">
            <a:gradFill flip="none" rotWithShape="1">
              <a:gsLst>
                <a:gs pos="0">
                  <a:schemeClr val="accent1"/>
                </a:gs>
                <a:gs pos="100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userDrawn="1"/>
        </p:nvCxnSpPr>
        <p:spPr>
          <a:xfrm>
            <a:off x="3775303" y="4118137"/>
            <a:ext cx="1602240" cy="0"/>
          </a:xfrm>
          <a:prstGeom prst="line">
            <a:avLst/>
          </a:prstGeom>
          <a:ln w="9525" cmpd="sng">
            <a:gradFill flip="none" rotWithShape="1">
              <a:gsLst>
                <a:gs pos="0">
                  <a:schemeClr val="accent3"/>
                </a:gs>
                <a:gs pos="100000">
                  <a:schemeClr val="accent4"/>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userDrawn="1"/>
        </p:nvCxnSpPr>
        <p:spPr>
          <a:xfrm>
            <a:off x="5479144" y="4118137"/>
            <a:ext cx="1602240" cy="0"/>
          </a:xfrm>
          <a:prstGeom prst="line">
            <a:avLst/>
          </a:prstGeom>
          <a:ln w="9525" cmpd="sng">
            <a:gradFill flip="none" rotWithShape="1">
              <a:gsLst>
                <a:gs pos="0">
                  <a:srgbClr val="81017E"/>
                </a:gs>
                <a:gs pos="100000">
                  <a:srgbClr val="DA0081"/>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userDrawn="1"/>
        </p:nvCxnSpPr>
        <p:spPr>
          <a:xfrm>
            <a:off x="7184572" y="4118137"/>
            <a:ext cx="1602240" cy="0"/>
          </a:xfrm>
          <a:prstGeom prst="line">
            <a:avLst/>
          </a:prstGeom>
          <a:ln w="9525" cmpd="sng">
            <a:gradFill flip="none" rotWithShape="1">
              <a:gsLst>
                <a:gs pos="0">
                  <a:srgbClr val="0C2577"/>
                </a:gs>
                <a:gs pos="100000">
                  <a:schemeClr val="accent5"/>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31" name="Text Placeholder 2"/>
          <p:cNvSpPr>
            <a:spLocks noGrp="1"/>
          </p:cNvSpPr>
          <p:nvPr>
            <p:ph type="body" sz="quarter" idx="24"/>
          </p:nvPr>
        </p:nvSpPr>
        <p:spPr>
          <a:xfrm>
            <a:off x="475802" y="1552550"/>
            <a:ext cx="1362831" cy="2359746"/>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3" name="Text Placeholder 2"/>
          <p:cNvSpPr>
            <a:spLocks noGrp="1"/>
          </p:cNvSpPr>
          <p:nvPr>
            <p:ph type="body" sz="quarter" idx="26"/>
          </p:nvPr>
        </p:nvSpPr>
        <p:spPr>
          <a:xfrm>
            <a:off x="3892328" y="1552550"/>
            <a:ext cx="1362831" cy="2359746"/>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4" name="Text Placeholder 2"/>
          <p:cNvSpPr>
            <a:spLocks noGrp="1"/>
          </p:cNvSpPr>
          <p:nvPr>
            <p:ph type="body" sz="quarter" idx="27"/>
          </p:nvPr>
        </p:nvSpPr>
        <p:spPr>
          <a:xfrm>
            <a:off x="5598849" y="1552550"/>
            <a:ext cx="1362831" cy="2359746"/>
          </a:xfrm>
        </p:spPr>
        <p:txBody>
          <a:bodyPr/>
          <a:lstStyle>
            <a:lvl1pPr>
              <a:defRPr>
                <a:solidFill>
                  <a:srgbClr val="7030A0"/>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5" name="Text Placeholder 2"/>
          <p:cNvSpPr>
            <a:spLocks noGrp="1"/>
          </p:cNvSpPr>
          <p:nvPr>
            <p:ph type="body" sz="quarter" idx="28"/>
          </p:nvPr>
        </p:nvSpPr>
        <p:spPr>
          <a:xfrm>
            <a:off x="7304276" y="1552550"/>
            <a:ext cx="1362831" cy="2359746"/>
          </a:xfrm>
        </p:spPr>
        <p:txBody>
          <a:bodyPr/>
          <a:lstStyle>
            <a:lvl1pPr>
              <a:defRPr>
                <a:solidFill>
                  <a:srgbClr val="002060"/>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6" name="Text Placeholder 2"/>
          <p:cNvSpPr>
            <a:spLocks noGrp="1"/>
          </p:cNvSpPr>
          <p:nvPr>
            <p:ph type="body" sz="quarter" idx="29" hasCustomPrompt="1"/>
          </p:nvPr>
        </p:nvSpPr>
        <p:spPr>
          <a:xfrm>
            <a:off x="480722" y="4245953"/>
            <a:ext cx="1362831" cy="1809790"/>
          </a:xfrm>
        </p:spPr>
        <p:txBody>
          <a:bodyPr/>
          <a:lstStyle>
            <a:lvl1pPr>
              <a:defRPr>
                <a:solidFill>
                  <a:schemeClr val="accent1"/>
                </a:solidFill>
              </a:defRPr>
            </a:lvl1pPr>
          </a:lstStyle>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7" name="Text Placeholder 2"/>
          <p:cNvSpPr>
            <a:spLocks noGrp="1"/>
          </p:cNvSpPr>
          <p:nvPr>
            <p:ph type="body" sz="quarter" idx="30" hasCustomPrompt="1"/>
          </p:nvPr>
        </p:nvSpPr>
        <p:spPr>
          <a:xfrm>
            <a:off x="2187243" y="4245953"/>
            <a:ext cx="1362831" cy="1809790"/>
          </a:xfrm>
        </p:spPr>
        <p:txBody>
          <a:bodyPr/>
          <a:lstStyle>
            <a:lvl1pPr>
              <a:defRPr>
                <a:solidFill>
                  <a:schemeClr val="accent1"/>
                </a:solidFill>
              </a:defRPr>
            </a:lvl1pPr>
          </a:lstStyle>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8" name="Text Placeholder 2"/>
          <p:cNvSpPr>
            <a:spLocks noGrp="1"/>
          </p:cNvSpPr>
          <p:nvPr>
            <p:ph type="body" sz="quarter" idx="31" hasCustomPrompt="1"/>
          </p:nvPr>
        </p:nvSpPr>
        <p:spPr>
          <a:xfrm>
            <a:off x="3897248" y="4245953"/>
            <a:ext cx="1362831" cy="1809790"/>
          </a:xfrm>
        </p:spPr>
        <p:txBody>
          <a:bodyPr/>
          <a:lstStyle>
            <a:lvl1pPr>
              <a:defRPr>
                <a:solidFill>
                  <a:schemeClr val="accent1"/>
                </a:solidFill>
              </a:defRPr>
            </a:lvl1pPr>
          </a:lstStyle>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9" name="Text Placeholder 2"/>
          <p:cNvSpPr>
            <a:spLocks noGrp="1"/>
          </p:cNvSpPr>
          <p:nvPr>
            <p:ph type="body" sz="quarter" idx="32" hasCustomPrompt="1"/>
          </p:nvPr>
        </p:nvSpPr>
        <p:spPr>
          <a:xfrm>
            <a:off x="5603769" y="4245953"/>
            <a:ext cx="1362831" cy="1809790"/>
          </a:xfrm>
        </p:spPr>
        <p:txBody>
          <a:bodyPr/>
          <a:lstStyle>
            <a:lvl1pPr>
              <a:defRPr>
                <a:solidFill>
                  <a:schemeClr val="accent1"/>
                </a:solidFill>
              </a:defRPr>
            </a:lvl1pPr>
          </a:lstStyle>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0" name="Text Placeholder 2"/>
          <p:cNvSpPr>
            <a:spLocks noGrp="1"/>
          </p:cNvSpPr>
          <p:nvPr>
            <p:ph type="body" sz="quarter" idx="33" hasCustomPrompt="1"/>
          </p:nvPr>
        </p:nvSpPr>
        <p:spPr>
          <a:xfrm>
            <a:off x="7309196" y="4245953"/>
            <a:ext cx="1362831" cy="1809790"/>
          </a:xfrm>
        </p:spPr>
        <p:txBody>
          <a:bodyPr/>
          <a:lstStyle>
            <a:lvl1pPr>
              <a:defRPr>
                <a:solidFill>
                  <a:schemeClr val="accent1"/>
                </a:solidFill>
              </a:defRPr>
            </a:lvl1pPr>
          </a:lstStyle>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7" name="Text Placeholder 2"/>
          <p:cNvSpPr>
            <a:spLocks noGrp="1"/>
          </p:cNvSpPr>
          <p:nvPr>
            <p:ph type="body" sz="quarter" idx="34"/>
          </p:nvPr>
        </p:nvSpPr>
        <p:spPr>
          <a:xfrm>
            <a:off x="2182322" y="1567302"/>
            <a:ext cx="1362831" cy="2359746"/>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p:txBody>
      </p:sp>
    </p:spTree>
    <p:extLst>
      <p:ext uri="{BB962C8B-B14F-4D97-AF65-F5344CB8AC3E}">
        <p14:creationId xmlns:p14="http://schemas.microsoft.com/office/powerpoint/2010/main" val="239360702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slide 5 columns + images">
    <p:bg>
      <p:bgPr>
        <a:solidFill>
          <a:schemeClr val="bg2"/>
        </a:solidFill>
        <a:effectLst/>
      </p:bgPr>
    </p:bg>
    <p:spTree>
      <p:nvGrpSpPr>
        <p:cNvPr id="1" name=""/>
        <p:cNvGrpSpPr/>
        <p:nvPr/>
      </p:nvGrpSpPr>
      <p:grpSpPr>
        <a:xfrm>
          <a:off x="0" y="0"/>
          <a:ext cx="0" cy="0"/>
          <a:chOff x="0" y="0"/>
          <a:chExt cx="0" cy="0"/>
        </a:xfrm>
      </p:grpSpPr>
      <p:pic>
        <p:nvPicPr>
          <p:cNvPr id="37" name="Picture 3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1" name="Content Placeholder 5"/>
          <p:cNvSpPr txBox="1">
            <a:spLocks/>
          </p:cNvSpPr>
          <p:nvPr userDrawn="1"/>
        </p:nvSpPr>
        <p:spPr bwMode="auto">
          <a:xfrm>
            <a:off x="7184572" y="1287594"/>
            <a:ext cx="1602240" cy="2880369"/>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2" name="Content Placeholder 5"/>
          <p:cNvSpPr txBox="1">
            <a:spLocks/>
          </p:cNvSpPr>
          <p:nvPr userDrawn="1"/>
        </p:nvSpPr>
        <p:spPr bwMode="auto">
          <a:xfrm>
            <a:off x="5479145" y="1287109"/>
            <a:ext cx="1602240" cy="2880855"/>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3" name="Content Placeholder 5"/>
          <p:cNvSpPr txBox="1">
            <a:spLocks/>
          </p:cNvSpPr>
          <p:nvPr userDrawn="1"/>
        </p:nvSpPr>
        <p:spPr bwMode="auto">
          <a:xfrm>
            <a:off x="3775304" y="1286002"/>
            <a:ext cx="1602240" cy="2881962"/>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4" name="Content Placeholder 5"/>
          <p:cNvSpPr txBox="1">
            <a:spLocks/>
          </p:cNvSpPr>
          <p:nvPr userDrawn="1"/>
        </p:nvSpPr>
        <p:spPr bwMode="auto">
          <a:xfrm>
            <a:off x="2062619" y="1286002"/>
            <a:ext cx="1602240" cy="2881962"/>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25" name="Content Placeholder 5"/>
          <p:cNvSpPr txBox="1">
            <a:spLocks/>
          </p:cNvSpPr>
          <p:nvPr userDrawn="1"/>
        </p:nvSpPr>
        <p:spPr bwMode="auto">
          <a:xfrm>
            <a:off x="357190" y="1295526"/>
            <a:ext cx="1602240" cy="2872437"/>
          </a:xfrm>
          <a:prstGeom prst="roundRect">
            <a:avLst>
              <a:gd name="adj" fmla="val 3283"/>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42" name="Round Same Side Corner Rectangle 41"/>
          <p:cNvSpPr/>
          <p:nvPr userDrawn="1"/>
        </p:nvSpPr>
        <p:spPr>
          <a:xfrm>
            <a:off x="357189" y="1286001"/>
            <a:ext cx="1602240"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 Same Side Corner Rectangle 42"/>
          <p:cNvSpPr/>
          <p:nvPr userDrawn="1"/>
        </p:nvSpPr>
        <p:spPr>
          <a:xfrm>
            <a:off x="2062618" y="1286001"/>
            <a:ext cx="1602240"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ound Same Side Corner Rectangle 43"/>
          <p:cNvSpPr/>
          <p:nvPr userDrawn="1"/>
        </p:nvSpPr>
        <p:spPr>
          <a:xfrm>
            <a:off x="3775303" y="1286001"/>
            <a:ext cx="1602240"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ound Same Side Corner Rectangle 44"/>
          <p:cNvSpPr/>
          <p:nvPr userDrawn="1"/>
        </p:nvSpPr>
        <p:spPr>
          <a:xfrm>
            <a:off x="5479144" y="1286001"/>
            <a:ext cx="1602240" cy="18288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ound Same Side Corner Rectangle 45"/>
          <p:cNvSpPr/>
          <p:nvPr userDrawn="1"/>
        </p:nvSpPr>
        <p:spPr>
          <a:xfrm>
            <a:off x="7184572" y="1286001"/>
            <a:ext cx="1602240" cy="182880"/>
          </a:xfrm>
          <a:prstGeom prst="round2SameRect">
            <a:avLst>
              <a:gd name="adj1" fmla="val 50000"/>
              <a:gd name="adj2" fmla="val 0"/>
            </a:avLst>
          </a:prstGeom>
          <a:gradFill>
            <a:gsLst>
              <a:gs pos="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Picture Placeholder 3"/>
          <p:cNvSpPr>
            <a:spLocks noGrp="1"/>
          </p:cNvSpPr>
          <p:nvPr>
            <p:ph type="pic" sz="quarter" idx="21"/>
          </p:nvPr>
        </p:nvSpPr>
        <p:spPr>
          <a:xfrm>
            <a:off x="357189" y="4295956"/>
            <a:ext cx="1602240" cy="1696858"/>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7" name="Picture Placeholder 3"/>
          <p:cNvSpPr>
            <a:spLocks noGrp="1"/>
          </p:cNvSpPr>
          <p:nvPr>
            <p:ph type="pic" sz="quarter" idx="22"/>
          </p:nvPr>
        </p:nvSpPr>
        <p:spPr>
          <a:xfrm>
            <a:off x="2062618" y="4287330"/>
            <a:ext cx="1602240" cy="1696858"/>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8" name="Picture Placeholder 3"/>
          <p:cNvSpPr>
            <a:spLocks noGrp="1"/>
          </p:cNvSpPr>
          <p:nvPr>
            <p:ph type="pic" sz="quarter" idx="23"/>
          </p:nvPr>
        </p:nvSpPr>
        <p:spPr>
          <a:xfrm>
            <a:off x="3778097" y="4287301"/>
            <a:ext cx="1602240" cy="1696858"/>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9" name="Picture Placeholder 3"/>
          <p:cNvSpPr>
            <a:spLocks noGrp="1"/>
          </p:cNvSpPr>
          <p:nvPr>
            <p:ph type="pic" sz="quarter" idx="24"/>
          </p:nvPr>
        </p:nvSpPr>
        <p:spPr>
          <a:xfrm>
            <a:off x="5483526" y="4287329"/>
            <a:ext cx="1602240" cy="1696858"/>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30" name="Picture Placeholder 3"/>
          <p:cNvSpPr>
            <a:spLocks noGrp="1"/>
          </p:cNvSpPr>
          <p:nvPr>
            <p:ph type="pic" sz="quarter" idx="25"/>
          </p:nvPr>
        </p:nvSpPr>
        <p:spPr>
          <a:xfrm>
            <a:off x="7186410" y="4287329"/>
            <a:ext cx="1602240" cy="1696858"/>
          </a:xfrm>
          <a:prstGeom prst="roundRect">
            <a:avLst>
              <a:gd name="adj" fmla="val 2689"/>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32" name="Text Placeholder 2"/>
          <p:cNvSpPr>
            <a:spLocks noGrp="1"/>
          </p:cNvSpPr>
          <p:nvPr>
            <p:ph type="body" sz="quarter" idx="26"/>
          </p:nvPr>
        </p:nvSpPr>
        <p:spPr>
          <a:xfrm>
            <a:off x="475802" y="1540024"/>
            <a:ext cx="1362831" cy="2359746"/>
          </a:xfrm>
        </p:spPr>
        <p:txBody>
          <a:bodyPr/>
          <a:lstStyle>
            <a:lvl1pPr>
              <a:defRPr>
                <a:solidFill>
                  <a:schemeClr val="accent1"/>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3" name="Text Placeholder 2"/>
          <p:cNvSpPr>
            <a:spLocks noGrp="1"/>
          </p:cNvSpPr>
          <p:nvPr>
            <p:ph type="body" sz="quarter" idx="27"/>
          </p:nvPr>
        </p:nvSpPr>
        <p:spPr>
          <a:xfrm>
            <a:off x="3892328" y="1540024"/>
            <a:ext cx="1362831" cy="2359746"/>
          </a:xfrm>
        </p:spPr>
        <p:txBody>
          <a:bodyPr/>
          <a:lstStyle>
            <a:lvl1pPr>
              <a:defRPr>
                <a:solidFill>
                  <a:schemeClr val="accent3"/>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4" name="Text Placeholder 2"/>
          <p:cNvSpPr>
            <a:spLocks noGrp="1"/>
          </p:cNvSpPr>
          <p:nvPr>
            <p:ph type="body" sz="quarter" idx="28"/>
          </p:nvPr>
        </p:nvSpPr>
        <p:spPr>
          <a:xfrm>
            <a:off x="5598849" y="1540024"/>
            <a:ext cx="1362831" cy="2359746"/>
          </a:xfrm>
        </p:spPr>
        <p:txBody>
          <a:bodyPr/>
          <a:lstStyle>
            <a:lvl1pPr>
              <a:defRPr>
                <a:solidFill>
                  <a:srgbClr val="7030A0"/>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5" name="Text Placeholder 2"/>
          <p:cNvSpPr>
            <a:spLocks noGrp="1"/>
          </p:cNvSpPr>
          <p:nvPr>
            <p:ph type="body" sz="quarter" idx="29"/>
          </p:nvPr>
        </p:nvSpPr>
        <p:spPr>
          <a:xfrm>
            <a:off x="7304276" y="1540024"/>
            <a:ext cx="1362831" cy="2359746"/>
          </a:xfrm>
        </p:spPr>
        <p:txBody>
          <a:bodyPr/>
          <a:lstStyle>
            <a:lvl1pPr>
              <a:defRPr>
                <a:solidFill>
                  <a:srgbClr val="002060"/>
                </a:solidFill>
              </a:defRPr>
            </a:lvl1pPr>
          </a:lstStyle>
          <a:p>
            <a:pPr lvl="0"/>
            <a:r>
              <a:rPr lang="en-US" smtClean="0"/>
              <a:t>Click to edit Master text styles</a:t>
            </a:r>
          </a:p>
          <a:p>
            <a:pPr lvl="1"/>
            <a:r>
              <a:rPr lang="en-US" smtClean="0"/>
              <a:t>Second level</a:t>
            </a:r>
          </a:p>
          <a:p>
            <a:pPr lvl="2"/>
            <a:r>
              <a:rPr lang="en-US" smtClean="0"/>
              <a:t>Third level</a:t>
            </a:r>
          </a:p>
        </p:txBody>
      </p:sp>
      <p:sp>
        <p:nvSpPr>
          <p:cNvPr id="36" name="Text Placeholder 2"/>
          <p:cNvSpPr>
            <a:spLocks noGrp="1"/>
          </p:cNvSpPr>
          <p:nvPr>
            <p:ph type="body" sz="quarter" idx="34"/>
          </p:nvPr>
        </p:nvSpPr>
        <p:spPr>
          <a:xfrm>
            <a:off x="2182322" y="1554776"/>
            <a:ext cx="1362831" cy="2359746"/>
          </a:xfrm>
        </p:spPr>
        <p:txBody>
          <a:bodyPr/>
          <a:lstStyle>
            <a:lvl1pPr>
              <a:defRPr>
                <a:solidFill>
                  <a:schemeClr val="accent5"/>
                </a:solidFill>
              </a:defRPr>
            </a:lvl1pPr>
          </a:lstStyle>
          <a:p>
            <a:pPr lvl="0"/>
            <a:r>
              <a:rPr lang="en-US" smtClean="0"/>
              <a:t>Click to edit Master text styles</a:t>
            </a:r>
          </a:p>
          <a:p>
            <a:pPr lvl="1"/>
            <a:r>
              <a:rPr lang="en-US" smtClean="0"/>
              <a:t>Second level</a:t>
            </a:r>
          </a:p>
          <a:p>
            <a:pPr lvl="2"/>
            <a:r>
              <a:rPr lang="en-US" smtClean="0"/>
              <a:t>Third level</a:t>
            </a:r>
          </a:p>
        </p:txBody>
      </p:sp>
    </p:spTree>
    <p:extLst>
      <p:ext uri="{BB962C8B-B14F-4D97-AF65-F5344CB8AC3E}">
        <p14:creationId xmlns:p14="http://schemas.microsoft.com/office/powerpoint/2010/main" val="3519617363"/>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slide+ chart step 1">
    <p:bg>
      <p:bgPr>
        <a:solidFill>
          <a:schemeClr val="bg2"/>
        </a:solidFill>
        <a:effectLst/>
      </p:bgPr>
    </p:bg>
    <p:spTree>
      <p:nvGrpSpPr>
        <p:cNvPr id="1" name=""/>
        <p:cNvGrpSpPr/>
        <p:nvPr/>
      </p:nvGrpSpPr>
      <p:grpSpPr>
        <a:xfrm>
          <a:off x="0" y="0"/>
          <a:ext cx="0" cy="0"/>
          <a:chOff x="0" y="0"/>
          <a:chExt cx="0" cy="0"/>
        </a:xfrm>
      </p:grpSpPr>
      <p:pic>
        <p:nvPicPr>
          <p:cNvPr id="45" name="Picture 4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39" name="Content Placeholder 5"/>
          <p:cNvSpPr txBox="1">
            <a:spLocks/>
          </p:cNvSpPr>
          <p:nvPr userDrawn="1"/>
        </p:nvSpPr>
        <p:spPr bwMode="auto">
          <a:xfrm>
            <a:off x="357187" y="1286001"/>
            <a:ext cx="8428889" cy="4716789"/>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8" name="Title 3"/>
          <p:cNvSpPr>
            <a:spLocks noGrp="1"/>
          </p:cNvSpPr>
          <p:nvPr>
            <p:ph type="title"/>
          </p:nvPr>
        </p:nvSpPr>
        <p:spPr>
          <a:xfrm>
            <a:off x="563563" y="517525"/>
            <a:ext cx="8004175" cy="768476"/>
          </a:xfrm>
        </p:spPr>
        <p:txBody>
          <a:bodyPr/>
          <a:lstStyle/>
          <a:p>
            <a:r>
              <a:rPr lang="en-US" smtClean="0">
                <a:solidFill>
                  <a:srgbClr val="666666"/>
                </a:solidFill>
              </a:rPr>
              <a:t>Click to edit Master title style</a:t>
            </a:r>
            <a:endParaRPr lang="en-US" dirty="0">
              <a:solidFill>
                <a:srgbClr val="666666"/>
              </a:solidFill>
            </a:endParaRPr>
          </a:p>
        </p:txBody>
      </p:sp>
      <p:grpSp>
        <p:nvGrpSpPr>
          <p:cNvPr id="9" name="Group 8"/>
          <p:cNvGrpSpPr/>
          <p:nvPr userDrawn="1"/>
        </p:nvGrpSpPr>
        <p:grpSpPr>
          <a:xfrm>
            <a:off x="1101645" y="2897248"/>
            <a:ext cx="2239274" cy="663160"/>
            <a:chOff x="1006395" y="2897248"/>
            <a:chExt cx="2239274" cy="663160"/>
          </a:xfrm>
        </p:grpSpPr>
        <p:sp>
          <p:nvSpPr>
            <p:cNvPr id="10" name="Rounded Rectangle 9"/>
            <p:cNvSpPr/>
            <p:nvPr/>
          </p:nvSpPr>
          <p:spPr>
            <a:xfrm>
              <a:off x="1006395"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11" name="Round Same Side Corner Rectangle 10"/>
            <p:cNvSpPr/>
            <p:nvPr/>
          </p:nvSpPr>
          <p:spPr>
            <a:xfrm>
              <a:off x="1006395" y="2897248"/>
              <a:ext cx="2239274" cy="13716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8" name="Group 17"/>
          <p:cNvGrpSpPr/>
          <p:nvPr userDrawn="1"/>
        </p:nvGrpSpPr>
        <p:grpSpPr>
          <a:xfrm>
            <a:off x="3461133" y="2897248"/>
            <a:ext cx="2239274" cy="663160"/>
            <a:chOff x="3457468" y="2897248"/>
            <a:chExt cx="2239274" cy="663160"/>
          </a:xfrm>
        </p:grpSpPr>
        <p:sp>
          <p:nvSpPr>
            <p:cNvPr id="19" name="Rounded Rectangle 18"/>
            <p:cNvSpPr/>
            <p:nvPr/>
          </p:nvSpPr>
          <p:spPr>
            <a:xfrm>
              <a:off x="3457468"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20" name="Round Same Side Corner Rectangle 19"/>
            <p:cNvSpPr/>
            <p:nvPr/>
          </p:nvSpPr>
          <p:spPr>
            <a:xfrm>
              <a:off x="3457468" y="2897248"/>
              <a:ext cx="2239274" cy="13716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1" name="Group 20"/>
          <p:cNvGrpSpPr/>
          <p:nvPr userDrawn="1"/>
        </p:nvGrpSpPr>
        <p:grpSpPr>
          <a:xfrm>
            <a:off x="5820621" y="2897248"/>
            <a:ext cx="2240844" cy="663159"/>
            <a:chOff x="5876184" y="2897248"/>
            <a:chExt cx="2240844" cy="663159"/>
          </a:xfrm>
        </p:grpSpPr>
        <p:sp>
          <p:nvSpPr>
            <p:cNvPr id="22" name="Rounded Rectangle 21"/>
            <p:cNvSpPr/>
            <p:nvPr/>
          </p:nvSpPr>
          <p:spPr>
            <a:xfrm>
              <a:off x="5877754" y="2897248"/>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23" name="Round Same Side Corner Rectangle 22"/>
            <p:cNvSpPr/>
            <p:nvPr/>
          </p:nvSpPr>
          <p:spPr>
            <a:xfrm>
              <a:off x="5876184" y="2897248"/>
              <a:ext cx="2239274" cy="13716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4" name="Round Same Side Corner Rectangle 23"/>
          <p:cNvSpPr/>
          <p:nvPr userDrawn="1"/>
        </p:nvSpPr>
        <p:spPr>
          <a:xfrm rot="10800000">
            <a:off x="854465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ounded Rectangle 24"/>
          <p:cNvSpPr/>
          <p:nvPr userDrawn="1"/>
        </p:nvSpPr>
        <p:spPr>
          <a:xfrm>
            <a:off x="854677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5</a:t>
            </a:r>
            <a:endParaRPr lang="en-US" sz="2000" dirty="0">
              <a:solidFill>
                <a:schemeClr val="bg1"/>
              </a:solidFill>
              <a:latin typeface="Calibri"/>
              <a:cs typeface="Calibri"/>
            </a:endParaRPr>
          </a:p>
        </p:txBody>
      </p:sp>
      <p:sp>
        <p:nvSpPr>
          <p:cNvPr id="26" name="Round Same Side Corner Rectangle 25"/>
          <p:cNvSpPr/>
          <p:nvPr userDrawn="1"/>
        </p:nvSpPr>
        <p:spPr>
          <a:xfrm rot="10800000">
            <a:off x="854466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 Same Side Corner Rectangle 26"/>
          <p:cNvSpPr/>
          <p:nvPr userDrawn="1"/>
        </p:nvSpPr>
        <p:spPr>
          <a:xfrm rot="10800000">
            <a:off x="824217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ounded Rectangle 27"/>
          <p:cNvSpPr/>
          <p:nvPr userDrawn="1"/>
        </p:nvSpPr>
        <p:spPr>
          <a:xfrm>
            <a:off x="824429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4</a:t>
            </a:r>
            <a:endParaRPr lang="en-US" sz="2000" dirty="0">
              <a:solidFill>
                <a:schemeClr val="bg1"/>
              </a:solidFill>
              <a:latin typeface="Calibri"/>
              <a:cs typeface="Calibri"/>
            </a:endParaRPr>
          </a:p>
        </p:txBody>
      </p:sp>
      <p:sp>
        <p:nvSpPr>
          <p:cNvPr id="29" name="Round Same Side Corner Rectangle 28"/>
          <p:cNvSpPr/>
          <p:nvPr userDrawn="1"/>
        </p:nvSpPr>
        <p:spPr>
          <a:xfrm rot="10800000">
            <a:off x="824218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ound Same Side Corner Rectangle 29"/>
          <p:cNvSpPr/>
          <p:nvPr userDrawn="1"/>
        </p:nvSpPr>
        <p:spPr>
          <a:xfrm rot="10800000">
            <a:off x="793969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ounded Rectangle 30"/>
          <p:cNvSpPr/>
          <p:nvPr userDrawn="1"/>
        </p:nvSpPr>
        <p:spPr>
          <a:xfrm>
            <a:off x="794181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3</a:t>
            </a:r>
            <a:endParaRPr lang="en-US" sz="2000" dirty="0">
              <a:solidFill>
                <a:schemeClr val="bg1"/>
              </a:solidFill>
              <a:latin typeface="Calibri"/>
              <a:cs typeface="Calibri"/>
            </a:endParaRPr>
          </a:p>
        </p:txBody>
      </p:sp>
      <p:sp>
        <p:nvSpPr>
          <p:cNvPr id="32" name="Round Same Side Corner Rectangle 31"/>
          <p:cNvSpPr/>
          <p:nvPr userDrawn="1"/>
        </p:nvSpPr>
        <p:spPr>
          <a:xfrm rot="10800000">
            <a:off x="793970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ound Same Side Corner Rectangle 32"/>
          <p:cNvSpPr/>
          <p:nvPr userDrawn="1"/>
        </p:nvSpPr>
        <p:spPr>
          <a:xfrm rot="10800000">
            <a:off x="763721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ounded Rectangle 33"/>
          <p:cNvSpPr/>
          <p:nvPr userDrawn="1"/>
        </p:nvSpPr>
        <p:spPr>
          <a:xfrm>
            <a:off x="763933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2</a:t>
            </a:r>
            <a:endParaRPr lang="en-US" sz="2000" dirty="0">
              <a:solidFill>
                <a:schemeClr val="bg1"/>
              </a:solidFill>
              <a:latin typeface="Calibri"/>
              <a:cs typeface="Calibri"/>
            </a:endParaRPr>
          </a:p>
        </p:txBody>
      </p:sp>
      <p:sp>
        <p:nvSpPr>
          <p:cNvPr id="35" name="Round Same Side Corner Rectangle 34"/>
          <p:cNvSpPr/>
          <p:nvPr userDrawn="1"/>
        </p:nvSpPr>
        <p:spPr>
          <a:xfrm rot="10800000">
            <a:off x="763722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ound Same Side Corner Rectangle 35"/>
          <p:cNvSpPr/>
          <p:nvPr userDrawn="1"/>
        </p:nvSpPr>
        <p:spPr>
          <a:xfrm rot="10800000">
            <a:off x="733473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ounded Rectangle 36"/>
          <p:cNvSpPr/>
          <p:nvPr userDrawn="1"/>
        </p:nvSpPr>
        <p:spPr>
          <a:xfrm>
            <a:off x="733685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rgbClr val="EF6F00"/>
                </a:solidFill>
                <a:latin typeface="Calibri"/>
                <a:cs typeface="Calibri"/>
              </a:rPr>
              <a:t>1</a:t>
            </a:r>
            <a:endParaRPr lang="en-US" sz="2000" dirty="0">
              <a:solidFill>
                <a:srgbClr val="EF6F00"/>
              </a:solidFill>
              <a:latin typeface="Calibri"/>
              <a:cs typeface="Calibri"/>
            </a:endParaRPr>
          </a:p>
        </p:txBody>
      </p:sp>
      <p:sp>
        <p:nvSpPr>
          <p:cNvPr id="38" name="Rectangle 37"/>
          <p:cNvSpPr/>
          <p:nvPr userDrawn="1"/>
        </p:nvSpPr>
        <p:spPr>
          <a:xfrm>
            <a:off x="7334738" y="0"/>
            <a:ext cx="241422" cy="119953"/>
          </a:xfrm>
          <a:prstGeom prst="rect">
            <a:avLst/>
          </a:prstGeom>
          <a:gradFill flip="none" rotWithShape="1">
            <a:gsLst>
              <a:gs pos="0">
                <a:schemeClr val="accent1"/>
              </a:gs>
              <a:gs pos="100000">
                <a:schemeClr val="accent2"/>
              </a:gs>
            </a:gsLst>
            <a:lin ang="0" scaled="0"/>
            <a:tileRect/>
          </a:gradFill>
          <a:ln>
            <a:gradFill flip="none" rotWithShape="1">
              <a:gsLst>
                <a:gs pos="0">
                  <a:schemeClr val="accent1">
                    <a:alpha val="0"/>
                  </a:schemeClr>
                </a:gs>
                <a:gs pos="99000">
                  <a:schemeClr val="accent2">
                    <a:alpha val="0"/>
                  </a:schemeClr>
                </a:gs>
              </a:gsLst>
              <a:lin ang="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 Placeholder 3"/>
          <p:cNvSpPr>
            <a:spLocks noGrp="1"/>
          </p:cNvSpPr>
          <p:nvPr>
            <p:ph type="body" sz="quarter" idx="10"/>
          </p:nvPr>
        </p:nvSpPr>
        <p:spPr>
          <a:xfrm>
            <a:off x="1222375" y="3114675"/>
            <a:ext cx="2000250" cy="320675"/>
          </a:xfrm>
        </p:spPr>
        <p:txBody>
          <a:bodyPr/>
          <a:lstStyle>
            <a:lvl1pPr algn="ctr">
              <a:defRPr sz="1800"/>
            </a:lvl1pPr>
          </a:lstStyle>
          <a:p>
            <a:pPr lvl="0"/>
            <a:r>
              <a:rPr lang="en-US" smtClean="0"/>
              <a:t>Click to edit Master text styles</a:t>
            </a:r>
          </a:p>
        </p:txBody>
      </p:sp>
      <p:sp>
        <p:nvSpPr>
          <p:cNvPr id="42" name="Text Placeholder 3"/>
          <p:cNvSpPr>
            <a:spLocks noGrp="1"/>
          </p:cNvSpPr>
          <p:nvPr>
            <p:ph type="body" sz="quarter" idx="12"/>
          </p:nvPr>
        </p:nvSpPr>
        <p:spPr>
          <a:xfrm>
            <a:off x="3571506" y="3122227"/>
            <a:ext cx="2000250" cy="320675"/>
          </a:xfrm>
        </p:spPr>
        <p:txBody>
          <a:bodyPr/>
          <a:lstStyle>
            <a:lvl1pPr algn="ctr">
              <a:defRPr sz="1800"/>
            </a:lvl1pPr>
          </a:lstStyle>
          <a:p>
            <a:pPr lvl="0"/>
            <a:r>
              <a:rPr lang="en-US" smtClean="0"/>
              <a:t>Click to edit Master text styles</a:t>
            </a:r>
          </a:p>
        </p:txBody>
      </p:sp>
      <p:sp>
        <p:nvSpPr>
          <p:cNvPr id="43" name="Text Placeholder 3"/>
          <p:cNvSpPr>
            <a:spLocks noGrp="1"/>
          </p:cNvSpPr>
          <p:nvPr>
            <p:ph type="body" sz="quarter" idx="13"/>
          </p:nvPr>
        </p:nvSpPr>
        <p:spPr>
          <a:xfrm>
            <a:off x="5941703" y="3122227"/>
            <a:ext cx="2000250" cy="320675"/>
          </a:xfrm>
        </p:spPr>
        <p:txBody>
          <a:bodyPr/>
          <a:lstStyle>
            <a:lvl1pPr algn="ctr">
              <a:defRPr sz="1800"/>
            </a:lvl1pPr>
          </a:lstStyle>
          <a:p>
            <a:pPr lvl="0"/>
            <a:r>
              <a:rPr lang="en-US" smtClean="0"/>
              <a:t>Click to edit Master text styles</a:t>
            </a:r>
          </a:p>
        </p:txBody>
      </p:sp>
      <p:sp>
        <p:nvSpPr>
          <p:cNvPr id="44" name="Text Placeholder 5"/>
          <p:cNvSpPr>
            <a:spLocks noGrp="1"/>
          </p:cNvSpPr>
          <p:nvPr>
            <p:ph type="body" sz="quarter" idx="11"/>
          </p:nvPr>
        </p:nvSpPr>
        <p:spPr>
          <a:xfrm>
            <a:off x="563563" y="1484313"/>
            <a:ext cx="7980362" cy="1276350"/>
          </a:xfrm>
        </p:spPr>
        <p:txBody>
          <a:bodyPr/>
          <a:lstStyle>
            <a:lvl1pPr>
              <a:defRPr>
                <a:solidFill>
                  <a:schemeClr val="accent1"/>
                </a:solidFill>
              </a:defRPr>
            </a:lvl1pPr>
            <a:lvl2pPr>
              <a:defRPr sz="18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808426378"/>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slide+ chart step 2">
    <p:bg>
      <p:bgPr>
        <a:solidFill>
          <a:schemeClr val="bg2"/>
        </a:solidFill>
        <a:effectLst/>
      </p:bgPr>
    </p:bg>
    <p:spTree>
      <p:nvGrpSpPr>
        <p:cNvPr id="1" name=""/>
        <p:cNvGrpSpPr/>
        <p:nvPr/>
      </p:nvGrpSpPr>
      <p:grpSpPr>
        <a:xfrm>
          <a:off x="0" y="0"/>
          <a:ext cx="0" cy="0"/>
          <a:chOff x="0" y="0"/>
          <a:chExt cx="0" cy="0"/>
        </a:xfrm>
      </p:grpSpPr>
      <p:pic>
        <p:nvPicPr>
          <p:cNvPr id="41" name="Picture 4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9" name="Content Placeholder 5"/>
          <p:cNvSpPr txBox="1">
            <a:spLocks/>
          </p:cNvSpPr>
          <p:nvPr userDrawn="1"/>
        </p:nvSpPr>
        <p:spPr bwMode="auto">
          <a:xfrm>
            <a:off x="357187" y="1286001"/>
            <a:ext cx="8428889" cy="4716789"/>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8" name="Title 3"/>
          <p:cNvSpPr>
            <a:spLocks noGrp="1"/>
          </p:cNvSpPr>
          <p:nvPr>
            <p:ph type="title"/>
          </p:nvPr>
        </p:nvSpPr>
        <p:spPr>
          <a:xfrm>
            <a:off x="563563" y="517525"/>
            <a:ext cx="8004175" cy="768476"/>
          </a:xfrm>
        </p:spPr>
        <p:txBody>
          <a:bodyPr/>
          <a:lstStyle/>
          <a:p>
            <a:r>
              <a:rPr lang="en-US" smtClean="0">
                <a:solidFill>
                  <a:srgbClr val="666666"/>
                </a:solidFill>
              </a:rPr>
              <a:t>Click to edit Master title style</a:t>
            </a:r>
            <a:endParaRPr lang="en-US" dirty="0">
              <a:solidFill>
                <a:srgbClr val="666666"/>
              </a:solidFill>
            </a:endParaRPr>
          </a:p>
        </p:txBody>
      </p:sp>
      <p:sp>
        <p:nvSpPr>
          <p:cNvPr id="64" name="Round Same Side Corner Rectangle 63"/>
          <p:cNvSpPr/>
          <p:nvPr userDrawn="1"/>
        </p:nvSpPr>
        <p:spPr>
          <a:xfrm rot="10800000">
            <a:off x="854465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ounded Rectangle 64"/>
          <p:cNvSpPr/>
          <p:nvPr userDrawn="1"/>
        </p:nvSpPr>
        <p:spPr>
          <a:xfrm>
            <a:off x="854677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5</a:t>
            </a:r>
            <a:endParaRPr lang="en-US" sz="2000" dirty="0">
              <a:solidFill>
                <a:schemeClr val="bg1"/>
              </a:solidFill>
              <a:latin typeface="Calibri"/>
              <a:cs typeface="Calibri"/>
            </a:endParaRPr>
          </a:p>
        </p:txBody>
      </p:sp>
      <p:sp>
        <p:nvSpPr>
          <p:cNvPr id="66" name="Round Same Side Corner Rectangle 65"/>
          <p:cNvSpPr/>
          <p:nvPr userDrawn="1"/>
        </p:nvSpPr>
        <p:spPr>
          <a:xfrm rot="10800000">
            <a:off x="854466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ound Same Side Corner Rectangle 66"/>
          <p:cNvSpPr/>
          <p:nvPr userDrawn="1"/>
        </p:nvSpPr>
        <p:spPr>
          <a:xfrm rot="10800000">
            <a:off x="824217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ounded Rectangle 67"/>
          <p:cNvSpPr/>
          <p:nvPr userDrawn="1"/>
        </p:nvSpPr>
        <p:spPr>
          <a:xfrm>
            <a:off x="824429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4</a:t>
            </a:r>
            <a:endParaRPr lang="en-US" sz="2000" dirty="0">
              <a:solidFill>
                <a:schemeClr val="bg1"/>
              </a:solidFill>
              <a:latin typeface="Calibri"/>
              <a:cs typeface="Calibri"/>
            </a:endParaRPr>
          </a:p>
        </p:txBody>
      </p:sp>
      <p:sp>
        <p:nvSpPr>
          <p:cNvPr id="69" name="Round Same Side Corner Rectangle 68"/>
          <p:cNvSpPr/>
          <p:nvPr userDrawn="1"/>
        </p:nvSpPr>
        <p:spPr>
          <a:xfrm rot="10800000">
            <a:off x="824218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Round Same Side Corner Rectangle 69"/>
          <p:cNvSpPr/>
          <p:nvPr userDrawn="1"/>
        </p:nvSpPr>
        <p:spPr>
          <a:xfrm rot="10800000">
            <a:off x="793969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ounded Rectangle 70"/>
          <p:cNvSpPr/>
          <p:nvPr userDrawn="1"/>
        </p:nvSpPr>
        <p:spPr>
          <a:xfrm>
            <a:off x="794181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3</a:t>
            </a:r>
            <a:endParaRPr lang="en-US" sz="2000" dirty="0">
              <a:solidFill>
                <a:schemeClr val="bg1"/>
              </a:solidFill>
              <a:latin typeface="Calibri"/>
              <a:cs typeface="Calibri"/>
            </a:endParaRPr>
          </a:p>
        </p:txBody>
      </p:sp>
      <p:sp>
        <p:nvSpPr>
          <p:cNvPr id="72" name="Round Same Side Corner Rectangle 71"/>
          <p:cNvSpPr/>
          <p:nvPr userDrawn="1"/>
        </p:nvSpPr>
        <p:spPr>
          <a:xfrm rot="10800000">
            <a:off x="793970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ound Same Side Corner Rectangle 72"/>
          <p:cNvSpPr/>
          <p:nvPr userDrawn="1"/>
        </p:nvSpPr>
        <p:spPr>
          <a:xfrm rot="10800000">
            <a:off x="763721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Rounded Rectangle 73"/>
          <p:cNvSpPr/>
          <p:nvPr userDrawn="1"/>
        </p:nvSpPr>
        <p:spPr>
          <a:xfrm>
            <a:off x="763933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accent5"/>
                </a:solidFill>
                <a:latin typeface="Calibri"/>
                <a:cs typeface="Calibri"/>
              </a:rPr>
              <a:t>2</a:t>
            </a:r>
            <a:endParaRPr lang="en-US" sz="2000" dirty="0">
              <a:solidFill>
                <a:schemeClr val="accent5"/>
              </a:solidFill>
              <a:latin typeface="Calibri"/>
              <a:cs typeface="Calibri"/>
            </a:endParaRPr>
          </a:p>
        </p:txBody>
      </p:sp>
      <p:sp>
        <p:nvSpPr>
          <p:cNvPr id="75" name="Round Same Side Corner Rectangle 74"/>
          <p:cNvSpPr/>
          <p:nvPr userDrawn="1"/>
        </p:nvSpPr>
        <p:spPr>
          <a:xfrm rot="10800000">
            <a:off x="7637221" y="0"/>
            <a:ext cx="241419" cy="119953"/>
          </a:xfrm>
          <a:prstGeom prst="round2SameRect">
            <a:avLst>
              <a:gd name="adj1" fmla="val 0"/>
              <a:gd name="adj2" fmla="val 0"/>
            </a:avLst>
          </a:prstGeom>
          <a:gradFill flip="none" rotWithShape="1">
            <a:gsLst>
              <a:gs pos="0">
                <a:schemeClr val="accent5"/>
              </a:gs>
              <a:gs pos="100000">
                <a:schemeClr val="accent6"/>
              </a:gs>
            </a:gsLst>
            <a:lin ang="10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Round Same Side Corner Rectangle 75"/>
          <p:cNvSpPr/>
          <p:nvPr userDrawn="1"/>
        </p:nvSpPr>
        <p:spPr>
          <a:xfrm rot="10800000">
            <a:off x="733473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ounded Rectangle 76"/>
          <p:cNvSpPr/>
          <p:nvPr userDrawn="1"/>
        </p:nvSpPr>
        <p:spPr>
          <a:xfrm>
            <a:off x="733685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1</a:t>
            </a:r>
            <a:endParaRPr lang="en-US" sz="2000" dirty="0">
              <a:solidFill>
                <a:schemeClr val="bg1"/>
              </a:solidFill>
              <a:latin typeface="Calibri"/>
              <a:cs typeface="Calibri"/>
            </a:endParaRPr>
          </a:p>
        </p:txBody>
      </p:sp>
      <p:sp>
        <p:nvSpPr>
          <p:cNvPr id="78" name="Rectangle 77"/>
          <p:cNvSpPr/>
          <p:nvPr userDrawn="1"/>
        </p:nvSpPr>
        <p:spPr>
          <a:xfrm>
            <a:off x="7334738" y="0"/>
            <a:ext cx="241422" cy="119953"/>
          </a:xfrm>
          <a:prstGeom prst="rect">
            <a:avLst/>
          </a:prstGeom>
          <a:solidFill>
            <a:srgbClr val="FFFFFF"/>
          </a:solidFill>
          <a:ln>
            <a:gradFill flip="none" rotWithShape="1">
              <a:gsLst>
                <a:gs pos="0">
                  <a:schemeClr val="accent1">
                    <a:alpha val="0"/>
                  </a:schemeClr>
                </a:gs>
                <a:gs pos="99000">
                  <a:schemeClr val="accent2">
                    <a:alpha val="0"/>
                  </a:schemeClr>
                </a:gs>
              </a:gsLst>
              <a:lin ang="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3" name="Group 32"/>
          <p:cNvGrpSpPr/>
          <p:nvPr userDrawn="1"/>
        </p:nvGrpSpPr>
        <p:grpSpPr>
          <a:xfrm>
            <a:off x="1101645" y="2897248"/>
            <a:ext cx="6958250" cy="663160"/>
            <a:chOff x="1101645" y="2897248"/>
            <a:chExt cx="6958250" cy="663160"/>
          </a:xfrm>
        </p:grpSpPr>
        <p:sp>
          <p:nvSpPr>
            <p:cNvPr id="34" name="Rounded Rectangle 33"/>
            <p:cNvSpPr/>
            <p:nvPr userDrawn="1"/>
          </p:nvSpPr>
          <p:spPr>
            <a:xfrm>
              <a:off x="1101645"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35" name="Rounded Rectangle 34"/>
            <p:cNvSpPr/>
            <p:nvPr userDrawn="1"/>
          </p:nvSpPr>
          <p:spPr>
            <a:xfrm>
              <a:off x="3461133"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36" name="Rounded Rectangle 35"/>
            <p:cNvSpPr/>
            <p:nvPr userDrawn="1"/>
          </p:nvSpPr>
          <p:spPr>
            <a:xfrm>
              <a:off x="5820621"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37" name="Round Same Side Corner Rectangle 36"/>
            <p:cNvSpPr/>
            <p:nvPr userDrawn="1"/>
          </p:nvSpPr>
          <p:spPr>
            <a:xfrm>
              <a:off x="1101645" y="2897248"/>
              <a:ext cx="2239274" cy="13716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ound Same Side Corner Rectangle 37"/>
            <p:cNvSpPr/>
            <p:nvPr userDrawn="1"/>
          </p:nvSpPr>
          <p:spPr>
            <a:xfrm>
              <a:off x="3461133" y="2897248"/>
              <a:ext cx="2239274" cy="13716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ound Same Side Corner Rectangle 48"/>
            <p:cNvSpPr/>
            <p:nvPr userDrawn="1"/>
          </p:nvSpPr>
          <p:spPr>
            <a:xfrm>
              <a:off x="5820621" y="2897248"/>
              <a:ext cx="2239274" cy="13716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1" name="Text Placeholder 3"/>
          <p:cNvSpPr>
            <a:spLocks noGrp="1"/>
          </p:cNvSpPr>
          <p:nvPr>
            <p:ph type="body" sz="quarter" idx="10"/>
          </p:nvPr>
        </p:nvSpPr>
        <p:spPr>
          <a:xfrm>
            <a:off x="1222375" y="3114675"/>
            <a:ext cx="2000250" cy="320675"/>
          </a:xfrm>
        </p:spPr>
        <p:txBody>
          <a:bodyPr/>
          <a:lstStyle>
            <a:lvl1pPr algn="ctr">
              <a:defRPr sz="1800"/>
            </a:lvl1pPr>
          </a:lstStyle>
          <a:p>
            <a:pPr lvl="0"/>
            <a:r>
              <a:rPr lang="en-US" smtClean="0"/>
              <a:t>Click to edit Master text styles</a:t>
            </a:r>
          </a:p>
        </p:txBody>
      </p:sp>
      <p:sp>
        <p:nvSpPr>
          <p:cNvPr id="32" name="Text Placeholder 3"/>
          <p:cNvSpPr>
            <a:spLocks noGrp="1"/>
          </p:cNvSpPr>
          <p:nvPr>
            <p:ph type="body" sz="quarter" idx="12"/>
          </p:nvPr>
        </p:nvSpPr>
        <p:spPr>
          <a:xfrm>
            <a:off x="3571506" y="3122227"/>
            <a:ext cx="2000250" cy="320675"/>
          </a:xfrm>
        </p:spPr>
        <p:txBody>
          <a:bodyPr/>
          <a:lstStyle>
            <a:lvl1pPr algn="ctr">
              <a:defRPr sz="1800"/>
            </a:lvl1pPr>
          </a:lstStyle>
          <a:p>
            <a:pPr lvl="0"/>
            <a:r>
              <a:rPr lang="en-US" smtClean="0"/>
              <a:t>Click to edit Master text styles</a:t>
            </a:r>
          </a:p>
        </p:txBody>
      </p:sp>
      <p:sp>
        <p:nvSpPr>
          <p:cNvPr id="39" name="Text Placeholder 3"/>
          <p:cNvSpPr>
            <a:spLocks noGrp="1"/>
          </p:cNvSpPr>
          <p:nvPr>
            <p:ph type="body" sz="quarter" idx="13"/>
          </p:nvPr>
        </p:nvSpPr>
        <p:spPr>
          <a:xfrm>
            <a:off x="5941703" y="3122227"/>
            <a:ext cx="2000250" cy="320675"/>
          </a:xfrm>
        </p:spPr>
        <p:txBody>
          <a:bodyPr/>
          <a:lstStyle>
            <a:lvl1pPr algn="ctr">
              <a:defRPr sz="1800"/>
            </a:lvl1pPr>
          </a:lstStyle>
          <a:p>
            <a:pPr lvl="0"/>
            <a:r>
              <a:rPr lang="en-US" smtClean="0"/>
              <a:t>Click to edit Master text styles</a:t>
            </a:r>
          </a:p>
        </p:txBody>
      </p:sp>
      <p:sp>
        <p:nvSpPr>
          <p:cNvPr id="40" name="Text Placeholder 5"/>
          <p:cNvSpPr>
            <a:spLocks noGrp="1"/>
          </p:cNvSpPr>
          <p:nvPr>
            <p:ph type="body" sz="quarter" idx="11"/>
          </p:nvPr>
        </p:nvSpPr>
        <p:spPr>
          <a:xfrm>
            <a:off x="563563" y="1484313"/>
            <a:ext cx="7980362" cy="1276350"/>
          </a:xfrm>
        </p:spPr>
        <p:txBody>
          <a:bodyPr/>
          <a:lstStyle>
            <a:lvl1pPr>
              <a:defRPr>
                <a:solidFill>
                  <a:schemeClr val="accent5"/>
                </a:solidFill>
              </a:defRPr>
            </a:lvl1pPr>
            <a:lvl2pPr>
              <a:defRPr sz="18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720546815"/>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slide+ chart step 3">
    <p:bg>
      <p:bgPr>
        <a:solidFill>
          <a:schemeClr val="bg2"/>
        </a:solidFill>
        <a:effectLst/>
      </p:bgPr>
    </p:bg>
    <p:spTree>
      <p:nvGrpSpPr>
        <p:cNvPr id="1" name=""/>
        <p:cNvGrpSpPr/>
        <p:nvPr/>
      </p:nvGrpSpPr>
      <p:grpSpPr>
        <a:xfrm>
          <a:off x="0" y="0"/>
          <a:ext cx="0" cy="0"/>
          <a:chOff x="0" y="0"/>
          <a:chExt cx="0" cy="0"/>
        </a:xfrm>
      </p:grpSpPr>
      <p:pic>
        <p:nvPicPr>
          <p:cNvPr id="41" name="Picture 4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8" name="Content Placeholder 5"/>
          <p:cNvSpPr txBox="1">
            <a:spLocks/>
          </p:cNvSpPr>
          <p:nvPr userDrawn="1"/>
        </p:nvSpPr>
        <p:spPr bwMode="auto">
          <a:xfrm>
            <a:off x="357187" y="1286001"/>
            <a:ext cx="8428889" cy="4716789"/>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8" name="Title 3"/>
          <p:cNvSpPr>
            <a:spLocks noGrp="1"/>
          </p:cNvSpPr>
          <p:nvPr>
            <p:ph type="title"/>
          </p:nvPr>
        </p:nvSpPr>
        <p:spPr>
          <a:xfrm>
            <a:off x="563563" y="517525"/>
            <a:ext cx="8004175" cy="768476"/>
          </a:xfrm>
        </p:spPr>
        <p:txBody>
          <a:bodyPr/>
          <a:lstStyle/>
          <a:p>
            <a:r>
              <a:rPr lang="en-US" smtClean="0">
                <a:solidFill>
                  <a:srgbClr val="666666"/>
                </a:solidFill>
              </a:rPr>
              <a:t>Click to edit Master title style</a:t>
            </a:r>
            <a:endParaRPr lang="en-US" dirty="0">
              <a:solidFill>
                <a:srgbClr val="666666"/>
              </a:solidFill>
            </a:endParaRPr>
          </a:p>
        </p:txBody>
      </p:sp>
      <p:sp>
        <p:nvSpPr>
          <p:cNvPr id="32" name="Round Same Side Corner Rectangle 31"/>
          <p:cNvSpPr/>
          <p:nvPr userDrawn="1"/>
        </p:nvSpPr>
        <p:spPr>
          <a:xfrm rot="10800000">
            <a:off x="854465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ounded Rectangle 32"/>
          <p:cNvSpPr/>
          <p:nvPr userDrawn="1"/>
        </p:nvSpPr>
        <p:spPr>
          <a:xfrm>
            <a:off x="854677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5</a:t>
            </a:r>
            <a:endParaRPr lang="en-US" sz="2000" dirty="0">
              <a:solidFill>
                <a:schemeClr val="bg1"/>
              </a:solidFill>
              <a:latin typeface="Calibri"/>
              <a:cs typeface="Calibri"/>
            </a:endParaRPr>
          </a:p>
        </p:txBody>
      </p:sp>
      <p:sp>
        <p:nvSpPr>
          <p:cNvPr id="34" name="Round Same Side Corner Rectangle 33"/>
          <p:cNvSpPr/>
          <p:nvPr userDrawn="1"/>
        </p:nvSpPr>
        <p:spPr>
          <a:xfrm rot="10800000">
            <a:off x="854466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ound Same Side Corner Rectangle 34"/>
          <p:cNvSpPr/>
          <p:nvPr userDrawn="1"/>
        </p:nvSpPr>
        <p:spPr>
          <a:xfrm rot="10800000">
            <a:off x="824217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ounded Rectangle 35"/>
          <p:cNvSpPr/>
          <p:nvPr userDrawn="1"/>
        </p:nvSpPr>
        <p:spPr>
          <a:xfrm>
            <a:off x="824429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4</a:t>
            </a:r>
            <a:endParaRPr lang="en-US" sz="2000" dirty="0">
              <a:solidFill>
                <a:schemeClr val="bg1"/>
              </a:solidFill>
              <a:latin typeface="Calibri"/>
              <a:cs typeface="Calibri"/>
            </a:endParaRPr>
          </a:p>
        </p:txBody>
      </p:sp>
      <p:sp>
        <p:nvSpPr>
          <p:cNvPr id="37" name="Round Same Side Corner Rectangle 36"/>
          <p:cNvSpPr/>
          <p:nvPr userDrawn="1"/>
        </p:nvSpPr>
        <p:spPr>
          <a:xfrm rot="10800000">
            <a:off x="824218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ound Same Side Corner Rectangle 37"/>
          <p:cNvSpPr/>
          <p:nvPr userDrawn="1"/>
        </p:nvSpPr>
        <p:spPr>
          <a:xfrm rot="10800000">
            <a:off x="793969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ounded Rectangle 48"/>
          <p:cNvSpPr/>
          <p:nvPr userDrawn="1"/>
        </p:nvSpPr>
        <p:spPr>
          <a:xfrm>
            <a:off x="794181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rgbClr val="4CA90C"/>
                </a:solidFill>
                <a:latin typeface="Calibri"/>
                <a:cs typeface="Calibri"/>
              </a:rPr>
              <a:t>3</a:t>
            </a:r>
            <a:endParaRPr lang="en-US" sz="2000" dirty="0">
              <a:solidFill>
                <a:srgbClr val="4CA90C"/>
              </a:solidFill>
              <a:latin typeface="Calibri"/>
              <a:cs typeface="Calibri"/>
            </a:endParaRPr>
          </a:p>
        </p:txBody>
      </p:sp>
      <p:sp>
        <p:nvSpPr>
          <p:cNvPr id="50" name="Round Same Side Corner Rectangle 49"/>
          <p:cNvSpPr/>
          <p:nvPr userDrawn="1"/>
        </p:nvSpPr>
        <p:spPr>
          <a:xfrm rot="10800000">
            <a:off x="7939701" y="0"/>
            <a:ext cx="241419" cy="119953"/>
          </a:xfrm>
          <a:prstGeom prst="round2SameRect">
            <a:avLst>
              <a:gd name="adj1" fmla="val 0"/>
              <a:gd name="adj2" fmla="val 0"/>
            </a:avLst>
          </a:prstGeom>
          <a:gradFill flip="none" rotWithShape="1">
            <a:gsLst>
              <a:gs pos="0">
                <a:schemeClr val="accent3"/>
              </a:gs>
              <a:gs pos="100000">
                <a:schemeClr val="accent4"/>
              </a:gs>
            </a:gsLst>
            <a:lin ang="10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ound Same Side Corner Rectangle 50"/>
          <p:cNvSpPr/>
          <p:nvPr userDrawn="1"/>
        </p:nvSpPr>
        <p:spPr>
          <a:xfrm rot="10800000">
            <a:off x="763721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ounded Rectangle 51"/>
          <p:cNvSpPr/>
          <p:nvPr userDrawn="1"/>
        </p:nvSpPr>
        <p:spPr>
          <a:xfrm>
            <a:off x="763933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2</a:t>
            </a:r>
            <a:endParaRPr lang="en-US" sz="2000" dirty="0">
              <a:solidFill>
                <a:schemeClr val="bg1"/>
              </a:solidFill>
              <a:latin typeface="Calibri"/>
              <a:cs typeface="Calibri"/>
            </a:endParaRPr>
          </a:p>
        </p:txBody>
      </p:sp>
      <p:sp>
        <p:nvSpPr>
          <p:cNvPr id="53" name="Round Same Side Corner Rectangle 52"/>
          <p:cNvSpPr/>
          <p:nvPr userDrawn="1"/>
        </p:nvSpPr>
        <p:spPr>
          <a:xfrm rot="10800000">
            <a:off x="763722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ound Same Side Corner Rectangle 53"/>
          <p:cNvSpPr/>
          <p:nvPr userDrawn="1"/>
        </p:nvSpPr>
        <p:spPr>
          <a:xfrm rot="10800000">
            <a:off x="733473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ounded Rectangle 54"/>
          <p:cNvSpPr/>
          <p:nvPr userDrawn="1"/>
        </p:nvSpPr>
        <p:spPr>
          <a:xfrm>
            <a:off x="733685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1</a:t>
            </a:r>
            <a:endParaRPr lang="en-US" sz="2000" dirty="0">
              <a:solidFill>
                <a:schemeClr val="bg1"/>
              </a:solidFill>
              <a:latin typeface="Calibri"/>
              <a:cs typeface="Calibri"/>
            </a:endParaRPr>
          </a:p>
        </p:txBody>
      </p:sp>
      <p:sp>
        <p:nvSpPr>
          <p:cNvPr id="56" name="Rectangle 55"/>
          <p:cNvSpPr/>
          <p:nvPr userDrawn="1"/>
        </p:nvSpPr>
        <p:spPr>
          <a:xfrm>
            <a:off x="7334738" y="0"/>
            <a:ext cx="241422" cy="119953"/>
          </a:xfrm>
          <a:prstGeom prst="rect">
            <a:avLst/>
          </a:prstGeom>
          <a:solidFill>
            <a:srgbClr val="FFFFFF"/>
          </a:solidFill>
          <a:ln>
            <a:gradFill flip="none" rotWithShape="1">
              <a:gsLst>
                <a:gs pos="0">
                  <a:schemeClr val="accent1">
                    <a:alpha val="0"/>
                  </a:schemeClr>
                </a:gs>
                <a:gs pos="99000">
                  <a:schemeClr val="accent2">
                    <a:alpha val="0"/>
                  </a:schemeClr>
                </a:gs>
              </a:gsLst>
              <a:lin ang="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ounded Rectangle 56"/>
          <p:cNvSpPr/>
          <p:nvPr userDrawn="1"/>
        </p:nvSpPr>
        <p:spPr>
          <a:xfrm>
            <a:off x="1101645"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58" name="Round Same Side Corner Rectangle 57"/>
          <p:cNvSpPr/>
          <p:nvPr userDrawn="1"/>
        </p:nvSpPr>
        <p:spPr>
          <a:xfrm>
            <a:off x="1101645" y="2897248"/>
            <a:ext cx="2239274" cy="13716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ounded Rectangle 62"/>
          <p:cNvSpPr/>
          <p:nvPr userDrawn="1"/>
        </p:nvSpPr>
        <p:spPr>
          <a:xfrm>
            <a:off x="3461133"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79" name="Round Same Side Corner Rectangle 78"/>
          <p:cNvSpPr/>
          <p:nvPr userDrawn="1"/>
        </p:nvSpPr>
        <p:spPr>
          <a:xfrm>
            <a:off x="3461133" y="2897248"/>
            <a:ext cx="2239274" cy="13716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ounded Rectangle 79"/>
          <p:cNvSpPr/>
          <p:nvPr userDrawn="1"/>
        </p:nvSpPr>
        <p:spPr>
          <a:xfrm>
            <a:off x="5820621"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81" name="Round Same Side Corner Rectangle 80"/>
          <p:cNvSpPr/>
          <p:nvPr userDrawn="1"/>
        </p:nvSpPr>
        <p:spPr>
          <a:xfrm>
            <a:off x="5820621" y="2897248"/>
            <a:ext cx="2239274" cy="13716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 Placeholder 3"/>
          <p:cNvSpPr>
            <a:spLocks noGrp="1"/>
          </p:cNvSpPr>
          <p:nvPr>
            <p:ph type="body" sz="quarter" idx="10"/>
          </p:nvPr>
        </p:nvSpPr>
        <p:spPr>
          <a:xfrm>
            <a:off x="1222375" y="3114675"/>
            <a:ext cx="2000250" cy="320675"/>
          </a:xfrm>
        </p:spPr>
        <p:txBody>
          <a:bodyPr/>
          <a:lstStyle>
            <a:lvl1pPr algn="ctr">
              <a:defRPr sz="1800"/>
            </a:lvl1pPr>
          </a:lstStyle>
          <a:p>
            <a:pPr lvl="0"/>
            <a:r>
              <a:rPr lang="en-US" smtClean="0"/>
              <a:t>Click to edit Master text styles</a:t>
            </a:r>
          </a:p>
        </p:txBody>
      </p:sp>
      <p:sp>
        <p:nvSpPr>
          <p:cNvPr id="31" name="Text Placeholder 3"/>
          <p:cNvSpPr>
            <a:spLocks noGrp="1"/>
          </p:cNvSpPr>
          <p:nvPr>
            <p:ph type="body" sz="quarter" idx="12"/>
          </p:nvPr>
        </p:nvSpPr>
        <p:spPr>
          <a:xfrm>
            <a:off x="3571506" y="3122227"/>
            <a:ext cx="2000250" cy="320675"/>
          </a:xfrm>
        </p:spPr>
        <p:txBody>
          <a:bodyPr/>
          <a:lstStyle>
            <a:lvl1pPr algn="ctr">
              <a:defRPr sz="1800"/>
            </a:lvl1pPr>
          </a:lstStyle>
          <a:p>
            <a:pPr lvl="0"/>
            <a:r>
              <a:rPr lang="en-US" smtClean="0"/>
              <a:t>Click to edit Master text styles</a:t>
            </a:r>
          </a:p>
        </p:txBody>
      </p:sp>
      <p:sp>
        <p:nvSpPr>
          <p:cNvPr id="39" name="Text Placeholder 3"/>
          <p:cNvSpPr>
            <a:spLocks noGrp="1"/>
          </p:cNvSpPr>
          <p:nvPr>
            <p:ph type="body" sz="quarter" idx="13"/>
          </p:nvPr>
        </p:nvSpPr>
        <p:spPr>
          <a:xfrm>
            <a:off x="5941703" y="3122227"/>
            <a:ext cx="2000250" cy="320675"/>
          </a:xfrm>
        </p:spPr>
        <p:txBody>
          <a:bodyPr/>
          <a:lstStyle>
            <a:lvl1pPr algn="ctr">
              <a:defRPr sz="1800"/>
            </a:lvl1pPr>
          </a:lstStyle>
          <a:p>
            <a:pPr lvl="0"/>
            <a:r>
              <a:rPr lang="en-US" smtClean="0"/>
              <a:t>Click to edit Master text styles</a:t>
            </a:r>
          </a:p>
        </p:txBody>
      </p:sp>
      <p:sp>
        <p:nvSpPr>
          <p:cNvPr id="40" name="Text Placeholder 5"/>
          <p:cNvSpPr>
            <a:spLocks noGrp="1"/>
          </p:cNvSpPr>
          <p:nvPr>
            <p:ph type="body" sz="quarter" idx="11"/>
          </p:nvPr>
        </p:nvSpPr>
        <p:spPr>
          <a:xfrm>
            <a:off x="563563" y="1484313"/>
            <a:ext cx="7980362" cy="1276350"/>
          </a:xfrm>
        </p:spPr>
        <p:txBody>
          <a:bodyPr/>
          <a:lstStyle>
            <a:lvl1pPr>
              <a:defRPr>
                <a:solidFill>
                  <a:schemeClr val="accent3"/>
                </a:solidFill>
              </a:defRPr>
            </a:lvl1pPr>
            <a:lvl2pPr>
              <a:defRPr sz="18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141678632"/>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slide+ chart step 4">
    <p:bg>
      <p:bgPr>
        <a:solidFill>
          <a:schemeClr val="bg2"/>
        </a:solidFill>
        <a:effectLst/>
      </p:bgPr>
    </p:bg>
    <p:spTree>
      <p:nvGrpSpPr>
        <p:cNvPr id="1" name=""/>
        <p:cNvGrpSpPr/>
        <p:nvPr/>
      </p:nvGrpSpPr>
      <p:grpSpPr>
        <a:xfrm>
          <a:off x="0" y="0"/>
          <a:ext cx="0" cy="0"/>
          <a:chOff x="0" y="0"/>
          <a:chExt cx="0" cy="0"/>
        </a:xfrm>
      </p:grpSpPr>
      <p:pic>
        <p:nvPicPr>
          <p:cNvPr id="33" name="Picture 32"/>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8" name="Content Placeholder 5"/>
          <p:cNvSpPr txBox="1">
            <a:spLocks/>
          </p:cNvSpPr>
          <p:nvPr userDrawn="1"/>
        </p:nvSpPr>
        <p:spPr bwMode="auto">
          <a:xfrm>
            <a:off x="357187" y="1286001"/>
            <a:ext cx="8428889" cy="4716789"/>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8" name="Title 3"/>
          <p:cNvSpPr>
            <a:spLocks noGrp="1"/>
          </p:cNvSpPr>
          <p:nvPr>
            <p:ph type="title"/>
          </p:nvPr>
        </p:nvSpPr>
        <p:spPr>
          <a:xfrm>
            <a:off x="563563" y="517525"/>
            <a:ext cx="8004175" cy="768476"/>
          </a:xfrm>
        </p:spPr>
        <p:txBody>
          <a:bodyPr/>
          <a:lstStyle/>
          <a:p>
            <a:r>
              <a:rPr lang="en-US" smtClean="0">
                <a:solidFill>
                  <a:srgbClr val="666666"/>
                </a:solidFill>
              </a:rPr>
              <a:t>Click to edit Master title style</a:t>
            </a:r>
            <a:endParaRPr lang="en-US" dirty="0">
              <a:solidFill>
                <a:srgbClr val="666666"/>
              </a:solidFill>
            </a:endParaRPr>
          </a:p>
        </p:txBody>
      </p:sp>
      <p:sp>
        <p:nvSpPr>
          <p:cNvPr id="39" name="Round Same Side Corner Rectangle 38"/>
          <p:cNvSpPr/>
          <p:nvPr userDrawn="1"/>
        </p:nvSpPr>
        <p:spPr>
          <a:xfrm rot="10800000">
            <a:off x="854465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ounded Rectangle 39"/>
          <p:cNvSpPr/>
          <p:nvPr userDrawn="1"/>
        </p:nvSpPr>
        <p:spPr>
          <a:xfrm>
            <a:off x="854677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5</a:t>
            </a:r>
            <a:endParaRPr lang="en-US" sz="2000" dirty="0">
              <a:solidFill>
                <a:schemeClr val="bg1"/>
              </a:solidFill>
              <a:latin typeface="Calibri"/>
              <a:cs typeface="Calibri"/>
            </a:endParaRPr>
          </a:p>
        </p:txBody>
      </p:sp>
      <p:sp>
        <p:nvSpPr>
          <p:cNvPr id="41" name="Round Same Side Corner Rectangle 40"/>
          <p:cNvSpPr/>
          <p:nvPr userDrawn="1"/>
        </p:nvSpPr>
        <p:spPr>
          <a:xfrm rot="10800000">
            <a:off x="854466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ound Same Side Corner Rectangle 41"/>
          <p:cNvSpPr/>
          <p:nvPr userDrawn="1"/>
        </p:nvSpPr>
        <p:spPr>
          <a:xfrm rot="10800000">
            <a:off x="824217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ed Rectangle 42"/>
          <p:cNvSpPr/>
          <p:nvPr userDrawn="1"/>
        </p:nvSpPr>
        <p:spPr>
          <a:xfrm>
            <a:off x="824429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rgbClr val="81017E"/>
                </a:solidFill>
                <a:latin typeface="Calibri"/>
                <a:cs typeface="Calibri"/>
              </a:rPr>
              <a:t>4</a:t>
            </a:r>
            <a:endParaRPr lang="en-US" sz="2000" dirty="0">
              <a:solidFill>
                <a:srgbClr val="81017E"/>
              </a:solidFill>
              <a:latin typeface="Calibri"/>
              <a:cs typeface="Calibri"/>
            </a:endParaRPr>
          </a:p>
        </p:txBody>
      </p:sp>
      <p:sp>
        <p:nvSpPr>
          <p:cNvPr id="44" name="Round Same Side Corner Rectangle 43"/>
          <p:cNvSpPr/>
          <p:nvPr userDrawn="1"/>
        </p:nvSpPr>
        <p:spPr>
          <a:xfrm rot="10800000">
            <a:off x="8242181" y="0"/>
            <a:ext cx="241419" cy="119953"/>
          </a:xfrm>
          <a:prstGeom prst="round2SameRect">
            <a:avLst>
              <a:gd name="adj1" fmla="val 0"/>
              <a:gd name="adj2" fmla="val 0"/>
            </a:avLst>
          </a:prstGeom>
          <a:gradFill>
            <a:gsLst>
              <a:gs pos="0">
                <a:srgbClr val="81017E"/>
              </a:gs>
              <a:gs pos="100000">
                <a:srgbClr val="DA0081"/>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ound Same Side Corner Rectangle 44"/>
          <p:cNvSpPr/>
          <p:nvPr userDrawn="1"/>
        </p:nvSpPr>
        <p:spPr>
          <a:xfrm rot="10800000">
            <a:off x="793969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ounded Rectangle 45"/>
          <p:cNvSpPr/>
          <p:nvPr userDrawn="1"/>
        </p:nvSpPr>
        <p:spPr>
          <a:xfrm>
            <a:off x="794181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3</a:t>
            </a:r>
            <a:endParaRPr lang="en-US" sz="2000" dirty="0">
              <a:solidFill>
                <a:schemeClr val="bg1"/>
              </a:solidFill>
              <a:latin typeface="Calibri"/>
              <a:cs typeface="Calibri"/>
            </a:endParaRPr>
          </a:p>
        </p:txBody>
      </p:sp>
      <p:sp>
        <p:nvSpPr>
          <p:cNvPr id="47" name="Round Same Side Corner Rectangle 46"/>
          <p:cNvSpPr/>
          <p:nvPr userDrawn="1"/>
        </p:nvSpPr>
        <p:spPr>
          <a:xfrm rot="10800000">
            <a:off x="793970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ound Same Side Corner Rectangle 47"/>
          <p:cNvSpPr/>
          <p:nvPr userDrawn="1"/>
        </p:nvSpPr>
        <p:spPr>
          <a:xfrm rot="10800000">
            <a:off x="763721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ounded Rectangle 63"/>
          <p:cNvSpPr/>
          <p:nvPr userDrawn="1"/>
        </p:nvSpPr>
        <p:spPr>
          <a:xfrm>
            <a:off x="763933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2</a:t>
            </a:r>
            <a:endParaRPr lang="en-US" sz="2000" dirty="0">
              <a:solidFill>
                <a:schemeClr val="bg1"/>
              </a:solidFill>
              <a:latin typeface="Calibri"/>
              <a:cs typeface="Calibri"/>
            </a:endParaRPr>
          </a:p>
        </p:txBody>
      </p:sp>
      <p:sp>
        <p:nvSpPr>
          <p:cNvPr id="65" name="Round Same Side Corner Rectangle 64"/>
          <p:cNvSpPr/>
          <p:nvPr userDrawn="1"/>
        </p:nvSpPr>
        <p:spPr>
          <a:xfrm rot="10800000">
            <a:off x="763722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ound Same Side Corner Rectangle 65"/>
          <p:cNvSpPr/>
          <p:nvPr userDrawn="1"/>
        </p:nvSpPr>
        <p:spPr>
          <a:xfrm rot="10800000">
            <a:off x="733473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ounded Rectangle 66"/>
          <p:cNvSpPr/>
          <p:nvPr userDrawn="1"/>
        </p:nvSpPr>
        <p:spPr>
          <a:xfrm>
            <a:off x="733685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1</a:t>
            </a:r>
            <a:endParaRPr lang="en-US" sz="2000" dirty="0">
              <a:solidFill>
                <a:schemeClr val="bg1"/>
              </a:solidFill>
              <a:latin typeface="Calibri"/>
              <a:cs typeface="Calibri"/>
            </a:endParaRPr>
          </a:p>
        </p:txBody>
      </p:sp>
      <p:sp>
        <p:nvSpPr>
          <p:cNvPr id="68" name="Rectangle 67"/>
          <p:cNvSpPr/>
          <p:nvPr userDrawn="1"/>
        </p:nvSpPr>
        <p:spPr>
          <a:xfrm>
            <a:off x="7334738" y="0"/>
            <a:ext cx="241422" cy="119953"/>
          </a:xfrm>
          <a:prstGeom prst="rect">
            <a:avLst/>
          </a:prstGeom>
          <a:solidFill>
            <a:srgbClr val="FFFFFF"/>
          </a:solidFill>
          <a:ln>
            <a:gradFill flip="none" rotWithShape="1">
              <a:gsLst>
                <a:gs pos="0">
                  <a:schemeClr val="accent1">
                    <a:alpha val="0"/>
                  </a:schemeClr>
                </a:gs>
                <a:gs pos="99000">
                  <a:schemeClr val="accent2">
                    <a:alpha val="0"/>
                  </a:schemeClr>
                </a:gs>
              </a:gsLst>
              <a:lin ang="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ounded Rectangle 68"/>
          <p:cNvSpPr/>
          <p:nvPr userDrawn="1"/>
        </p:nvSpPr>
        <p:spPr>
          <a:xfrm>
            <a:off x="1101645"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70" name="Round Same Side Corner Rectangle 69"/>
          <p:cNvSpPr/>
          <p:nvPr userDrawn="1"/>
        </p:nvSpPr>
        <p:spPr>
          <a:xfrm>
            <a:off x="1101645" y="2897248"/>
            <a:ext cx="2239274" cy="13716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Rounded Rectangle 74"/>
          <p:cNvSpPr/>
          <p:nvPr userDrawn="1"/>
        </p:nvSpPr>
        <p:spPr>
          <a:xfrm>
            <a:off x="3461133"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76" name="Round Same Side Corner Rectangle 75"/>
          <p:cNvSpPr/>
          <p:nvPr userDrawn="1"/>
        </p:nvSpPr>
        <p:spPr>
          <a:xfrm>
            <a:off x="3461133" y="2897248"/>
            <a:ext cx="2239274" cy="13716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ounded Rectangle 76"/>
          <p:cNvSpPr/>
          <p:nvPr userDrawn="1"/>
        </p:nvSpPr>
        <p:spPr>
          <a:xfrm>
            <a:off x="5820621"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78" name="Round Same Side Corner Rectangle 77"/>
          <p:cNvSpPr/>
          <p:nvPr userDrawn="1"/>
        </p:nvSpPr>
        <p:spPr>
          <a:xfrm>
            <a:off x="5820621" y="2897248"/>
            <a:ext cx="2239274" cy="13716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 Placeholder 3"/>
          <p:cNvSpPr>
            <a:spLocks noGrp="1"/>
          </p:cNvSpPr>
          <p:nvPr>
            <p:ph type="body" sz="quarter" idx="10"/>
          </p:nvPr>
        </p:nvSpPr>
        <p:spPr>
          <a:xfrm>
            <a:off x="1222375" y="3114675"/>
            <a:ext cx="2000250" cy="320675"/>
          </a:xfrm>
        </p:spPr>
        <p:txBody>
          <a:bodyPr/>
          <a:lstStyle>
            <a:lvl1pPr algn="ctr">
              <a:defRPr sz="1800"/>
            </a:lvl1pPr>
          </a:lstStyle>
          <a:p>
            <a:pPr lvl="0"/>
            <a:r>
              <a:rPr lang="en-US" smtClean="0"/>
              <a:t>Click to edit Master text styles</a:t>
            </a:r>
          </a:p>
        </p:txBody>
      </p:sp>
      <p:sp>
        <p:nvSpPr>
          <p:cNvPr id="31" name="Text Placeholder 3"/>
          <p:cNvSpPr>
            <a:spLocks noGrp="1"/>
          </p:cNvSpPr>
          <p:nvPr>
            <p:ph type="body" sz="quarter" idx="12"/>
          </p:nvPr>
        </p:nvSpPr>
        <p:spPr>
          <a:xfrm>
            <a:off x="3571506" y="3122227"/>
            <a:ext cx="2000250" cy="320675"/>
          </a:xfrm>
        </p:spPr>
        <p:txBody>
          <a:bodyPr/>
          <a:lstStyle>
            <a:lvl1pPr algn="ctr">
              <a:defRPr sz="1800"/>
            </a:lvl1pPr>
          </a:lstStyle>
          <a:p>
            <a:pPr lvl="0"/>
            <a:r>
              <a:rPr lang="en-US" smtClean="0"/>
              <a:t>Click to edit Master text styles</a:t>
            </a:r>
          </a:p>
        </p:txBody>
      </p:sp>
      <p:sp>
        <p:nvSpPr>
          <p:cNvPr id="32" name="Text Placeholder 3"/>
          <p:cNvSpPr>
            <a:spLocks noGrp="1"/>
          </p:cNvSpPr>
          <p:nvPr>
            <p:ph type="body" sz="quarter" idx="13"/>
          </p:nvPr>
        </p:nvSpPr>
        <p:spPr>
          <a:xfrm>
            <a:off x="5941703" y="3122227"/>
            <a:ext cx="2000250" cy="320675"/>
          </a:xfrm>
        </p:spPr>
        <p:txBody>
          <a:bodyPr/>
          <a:lstStyle>
            <a:lvl1pPr algn="ctr">
              <a:defRPr sz="1800"/>
            </a:lvl1pPr>
          </a:lstStyle>
          <a:p>
            <a:pPr lvl="0"/>
            <a:r>
              <a:rPr lang="en-US" smtClean="0"/>
              <a:t>Click to edit Master text styles</a:t>
            </a:r>
          </a:p>
        </p:txBody>
      </p:sp>
      <p:sp>
        <p:nvSpPr>
          <p:cNvPr id="36" name="Text Placeholder 5"/>
          <p:cNvSpPr>
            <a:spLocks noGrp="1"/>
          </p:cNvSpPr>
          <p:nvPr>
            <p:ph type="body" sz="quarter" idx="11"/>
          </p:nvPr>
        </p:nvSpPr>
        <p:spPr>
          <a:xfrm>
            <a:off x="563563" y="1484313"/>
            <a:ext cx="7980362" cy="1276350"/>
          </a:xfrm>
        </p:spPr>
        <p:txBody>
          <a:bodyPr/>
          <a:lstStyle>
            <a:lvl1pPr>
              <a:defRPr>
                <a:solidFill>
                  <a:srgbClr val="7030A0"/>
                </a:solidFill>
              </a:defRPr>
            </a:lvl1pPr>
            <a:lvl2pPr>
              <a:defRPr sz="18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989599339"/>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slide+ chart step 5">
    <p:bg>
      <p:bgPr>
        <a:solidFill>
          <a:schemeClr val="bg2"/>
        </a:solidFill>
        <a:effectLst/>
      </p:bgPr>
    </p:bg>
    <p:spTree>
      <p:nvGrpSpPr>
        <p:cNvPr id="1" name=""/>
        <p:cNvGrpSpPr/>
        <p:nvPr/>
      </p:nvGrpSpPr>
      <p:grpSpPr>
        <a:xfrm>
          <a:off x="0" y="0"/>
          <a:ext cx="0" cy="0"/>
          <a:chOff x="0" y="0"/>
          <a:chExt cx="0" cy="0"/>
        </a:xfrm>
      </p:grpSpPr>
      <p:pic>
        <p:nvPicPr>
          <p:cNvPr id="41" name="Picture 4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9" name="Content Placeholder 5"/>
          <p:cNvSpPr txBox="1">
            <a:spLocks/>
          </p:cNvSpPr>
          <p:nvPr userDrawn="1"/>
        </p:nvSpPr>
        <p:spPr bwMode="auto">
          <a:xfrm>
            <a:off x="357187" y="1286001"/>
            <a:ext cx="8428889" cy="4716789"/>
          </a:xfrm>
          <a:prstGeom prst="roundRect">
            <a:avLst>
              <a:gd name="adj" fmla="val 2400"/>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228600" rIns="182880" bIns="18288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182880">
              <a:spcAft>
                <a:spcPts val="1000"/>
              </a:spcAft>
              <a:buFont typeface="Arial"/>
              <a:buChar char="•"/>
            </a:pPr>
            <a:endParaRPr lang="en-US" sz="1800" dirty="0">
              <a:cs typeface="Calibri"/>
            </a:endParaRPr>
          </a:p>
          <a:p>
            <a:pPr>
              <a:spcAft>
                <a:spcPts val="1000"/>
              </a:spcAft>
            </a:pPr>
            <a:endParaRPr lang="en-US" sz="1800" dirty="0">
              <a:cs typeface="Calibri"/>
            </a:endParaRPr>
          </a:p>
          <a:p>
            <a:pPr>
              <a:spcAft>
                <a:spcPts val="1000"/>
              </a:spcAft>
            </a:pPr>
            <a:r>
              <a:rPr lang="en-US" sz="1800" dirty="0">
                <a:cs typeface="Calibri"/>
              </a:rPr>
              <a:t> </a:t>
            </a:r>
          </a:p>
          <a:p>
            <a:pPr>
              <a:spcAft>
                <a:spcPts val="1000"/>
              </a:spcAft>
            </a:pPr>
            <a:endParaRPr lang="en-US" sz="1800" dirty="0"/>
          </a:p>
          <a:p>
            <a:pPr>
              <a:spcAft>
                <a:spcPts val="1000"/>
              </a:spcAft>
            </a:pPr>
            <a:endParaRPr lang="en-US" sz="1800" dirty="0"/>
          </a:p>
        </p:txBody>
      </p:sp>
      <p:grpSp>
        <p:nvGrpSpPr>
          <p:cNvPr id="2" name="Group 1"/>
          <p:cNvGrpSpPr/>
          <p:nvPr userDrawn="1"/>
        </p:nvGrpSpPr>
        <p:grpSpPr>
          <a:xfrm>
            <a:off x="1103215" y="2897247"/>
            <a:ext cx="6958250" cy="663161"/>
            <a:chOff x="1103215" y="2897247"/>
            <a:chExt cx="6958250" cy="663161"/>
          </a:xfrm>
        </p:grpSpPr>
        <p:sp>
          <p:nvSpPr>
            <p:cNvPr id="57" name="Rounded Rectangle 56"/>
            <p:cNvSpPr/>
            <p:nvPr userDrawn="1"/>
          </p:nvSpPr>
          <p:spPr>
            <a:xfrm>
              <a:off x="1103215" y="2897249"/>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58" name="Round Same Side Corner Rectangle 57"/>
            <p:cNvSpPr/>
            <p:nvPr userDrawn="1"/>
          </p:nvSpPr>
          <p:spPr>
            <a:xfrm>
              <a:off x="1103215" y="2897248"/>
              <a:ext cx="2239274" cy="137160"/>
            </a:xfrm>
            <a:prstGeom prst="round2SameRect">
              <a:avLst>
                <a:gd name="adj1" fmla="val 50000"/>
                <a:gd name="adj2" fmla="val 0"/>
              </a:avLst>
            </a:prstGeom>
            <a:gradFill>
              <a:gsLst>
                <a:gs pos="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Rounded Rectangle 62"/>
            <p:cNvSpPr/>
            <p:nvPr userDrawn="1"/>
          </p:nvSpPr>
          <p:spPr>
            <a:xfrm>
              <a:off x="3462703" y="2897248"/>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79" name="Round Same Side Corner Rectangle 78"/>
            <p:cNvSpPr/>
            <p:nvPr userDrawn="1"/>
          </p:nvSpPr>
          <p:spPr>
            <a:xfrm>
              <a:off x="3462703" y="2897247"/>
              <a:ext cx="2239274" cy="137160"/>
            </a:xfrm>
            <a:prstGeom prst="round2SameRect">
              <a:avLst>
                <a:gd name="adj1" fmla="val 50000"/>
                <a:gd name="adj2" fmla="val 0"/>
              </a:avLst>
            </a:prstGeom>
            <a:gradFill>
              <a:gsLst>
                <a:gs pos="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ounded Rectangle 79"/>
            <p:cNvSpPr/>
            <p:nvPr userDrawn="1"/>
          </p:nvSpPr>
          <p:spPr>
            <a:xfrm>
              <a:off x="5822191" y="2897248"/>
              <a:ext cx="2239274" cy="663159"/>
            </a:xfrm>
            <a:prstGeom prst="roundRect">
              <a:avLst>
                <a:gd name="adj" fmla="val 13637"/>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tIns="137160" rtlCol="0" anchor="ctr"/>
            <a:lstStyle/>
            <a:p>
              <a:pPr lvl="0" algn="ctr"/>
              <a:endParaRPr lang="en-US" sz="1600" dirty="0">
                <a:solidFill>
                  <a:schemeClr val="tx2"/>
                </a:solidFill>
                <a:latin typeface="Calibri"/>
                <a:cs typeface="Calibri"/>
              </a:endParaRPr>
            </a:p>
          </p:txBody>
        </p:sp>
        <p:sp>
          <p:nvSpPr>
            <p:cNvPr id="81" name="Round Same Side Corner Rectangle 80"/>
            <p:cNvSpPr/>
            <p:nvPr userDrawn="1"/>
          </p:nvSpPr>
          <p:spPr>
            <a:xfrm>
              <a:off x="5822191" y="2897247"/>
              <a:ext cx="2239274" cy="137160"/>
            </a:xfrm>
            <a:prstGeom prst="round2SameRect">
              <a:avLst>
                <a:gd name="adj1" fmla="val 50000"/>
                <a:gd name="adj2" fmla="val 0"/>
              </a:avLst>
            </a:prstGeom>
            <a:gradFill>
              <a:gsLst>
                <a:gs pos="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8" name="Title 3"/>
          <p:cNvSpPr>
            <a:spLocks noGrp="1"/>
          </p:cNvSpPr>
          <p:nvPr>
            <p:ph type="title"/>
          </p:nvPr>
        </p:nvSpPr>
        <p:spPr>
          <a:xfrm>
            <a:off x="563563" y="517525"/>
            <a:ext cx="8004175" cy="768476"/>
          </a:xfrm>
        </p:spPr>
        <p:txBody>
          <a:bodyPr/>
          <a:lstStyle/>
          <a:p>
            <a:r>
              <a:rPr lang="en-US" smtClean="0">
                <a:solidFill>
                  <a:srgbClr val="666666"/>
                </a:solidFill>
              </a:rPr>
              <a:t>Click to edit Master title style</a:t>
            </a:r>
            <a:endParaRPr lang="en-US" dirty="0">
              <a:solidFill>
                <a:srgbClr val="666666"/>
              </a:solidFill>
            </a:endParaRPr>
          </a:p>
        </p:txBody>
      </p:sp>
      <p:sp>
        <p:nvSpPr>
          <p:cNvPr id="32" name="Round Same Side Corner Rectangle 31"/>
          <p:cNvSpPr/>
          <p:nvPr userDrawn="1"/>
        </p:nvSpPr>
        <p:spPr>
          <a:xfrm rot="10800000">
            <a:off x="854465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ounded Rectangle 32"/>
          <p:cNvSpPr/>
          <p:nvPr userDrawn="1"/>
        </p:nvSpPr>
        <p:spPr>
          <a:xfrm>
            <a:off x="8546770" y="63412"/>
            <a:ext cx="239310" cy="320954"/>
          </a:xfrm>
          <a:prstGeom prst="roundRect">
            <a:avLst>
              <a:gd name="adj" fmla="val 4078"/>
            </a:avLst>
          </a:prstGeom>
          <a:no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rgbClr val="0C2577"/>
                </a:solidFill>
                <a:latin typeface="Calibri"/>
                <a:cs typeface="Calibri"/>
              </a:rPr>
              <a:t>5</a:t>
            </a:r>
            <a:endParaRPr lang="en-US" sz="2000" dirty="0">
              <a:solidFill>
                <a:srgbClr val="0C2577"/>
              </a:solidFill>
              <a:latin typeface="Calibri"/>
              <a:cs typeface="Calibri"/>
            </a:endParaRPr>
          </a:p>
        </p:txBody>
      </p:sp>
      <p:sp>
        <p:nvSpPr>
          <p:cNvPr id="34" name="Round Same Side Corner Rectangle 33"/>
          <p:cNvSpPr/>
          <p:nvPr userDrawn="1"/>
        </p:nvSpPr>
        <p:spPr>
          <a:xfrm rot="10800000">
            <a:off x="8544661" y="0"/>
            <a:ext cx="241419" cy="119953"/>
          </a:xfrm>
          <a:prstGeom prst="round2SameRect">
            <a:avLst>
              <a:gd name="adj1" fmla="val 0"/>
              <a:gd name="adj2" fmla="val 0"/>
            </a:avLst>
          </a:prstGeom>
          <a:gradFill flip="none" rotWithShape="1">
            <a:gsLst>
              <a:gs pos="0">
                <a:srgbClr val="0C2577"/>
              </a:gs>
              <a:gs pos="100000">
                <a:schemeClr val="accent5"/>
              </a:gs>
            </a:gsLst>
            <a:lin ang="10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ound Same Side Corner Rectangle 34"/>
          <p:cNvSpPr/>
          <p:nvPr userDrawn="1"/>
        </p:nvSpPr>
        <p:spPr>
          <a:xfrm rot="10800000">
            <a:off x="824217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36" name="Rounded Rectangle 35"/>
          <p:cNvSpPr/>
          <p:nvPr userDrawn="1"/>
        </p:nvSpPr>
        <p:spPr>
          <a:xfrm>
            <a:off x="8244290" y="63412"/>
            <a:ext cx="239310" cy="320954"/>
          </a:xfrm>
          <a:prstGeom prst="roundRect">
            <a:avLst>
              <a:gd name="adj" fmla="val 40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4</a:t>
            </a:r>
            <a:endParaRPr lang="en-US" sz="2000" dirty="0">
              <a:solidFill>
                <a:schemeClr val="bg1"/>
              </a:solidFill>
              <a:latin typeface="Calibri"/>
              <a:cs typeface="Calibri"/>
            </a:endParaRPr>
          </a:p>
        </p:txBody>
      </p:sp>
      <p:sp>
        <p:nvSpPr>
          <p:cNvPr id="37" name="Round Same Side Corner Rectangle 36"/>
          <p:cNvSpPr/>
          <p:nvPr userDrawn="1"/>
        </p:nvSpPr>
        <p:spPr>
          <a:xfrm rot="10800000">
            <a:off x="824218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38" name="Round Same Side Corner Rectangle 37"/>
          <p:cNvSpPr/>
          <p:nvPr userDrawn="1"/>
        </p:nvSpPr>
        <p:spPr>
          <a:xfrm rot="10800000">
            <a:off x="793969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49" name="Rounded Rectangle 48"/>
          <p:cNvSpPr/>
          <p:nvPr userDrawn="1"/>
        </p:nvSpPr>
        <p:spPr>
          <a:xfrm>
            <a:off x="7941810" y="63412"/>
            <a:ext cx="239310" cy="320954"/>
          </a:xfrm>
          <a:prstGeom prst="roundRect">
            <a:avLst>
              <a:gd name="adj" fmla="val 40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3</a:t>
            </a:r>
            <a:endParaRPr lang="en-US" sz="2000" dirty="0">
              <a:solidFill>
                <a:schemeClr val="bg1"/>
              </a:solidFill>
              <a:latin typeface="Calibri"/>
              <a:cs typeface="Calibri"/>
            </a:endParaRPr>
          </a:p>
        </p:txBody>
      </p:sp>
      <p:sp>
        <p:nvSpPr>
          <p:cNvPr id="50" name="Round Same Side Corner Rectangle 49"/>
          <p:cNvSpPr/>
          <p:nvPr userDrawn="1"/>
        </p:nvSpPr>
        <p:spPr>
          <a:xfrm rot="10800000">
            <a:off x="793970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51" name="Round Same Side Corner Rectangle 50"/>
          <p:cNvSpPr/>
          <p:nvPr userDrawn="1"/>
        </p:nvSpPr>
        <p:spPr>
          <a:xfrm rot="10800000">
            <a:off x="763721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52" name="Rounded Rectangle 51"/>
          <p:cNvSpPr/>
          <p:nvPr userDrawn="1"/>
        </p:nvSpPr>
        <p:spPr>
          <a:xfrm>
            <a:off x="7639330" y="63412"/>
            <a:ext cx="239310" cy="320954"/>
          </a:xfrm>
          <a:prstGeom prst="roundRect">
            <a:avLst>
              <a:gd name="adj" fmla="val 40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2</a:t>
            </a:r>
            <a:endParaRPr lang="en-US" sz="2000" dirty="0">
              <a:solidFill>
                <a:schemeClr val="bg1"/>
              </a:solidFill>
              <a:latin typeface="Calibri"/>
              <a:cs typeface="Calibri"/>
            </a:endParaRPr>
          </a:p>
        </p:txBody>
      </p:sp>
      <p:sp>
        <p:nvSpPr>
          <p:cNvPr id="53" name="Round Same Side Corner Rectangle 52"/>
          <p:cNvSpPr/>
          <p:nvPr userDrawn="1"/>
        </p:nvSpPr>
        <p:spPr>
          <a:xfrm rot="10800000">
            <a:off x="7637221" y="0"/>
            <a:ext cx="241419" cy="119953"/>
          </a:xfrm>
          <a:prstGeom prst="round2SameRect">
            <a:avLst>
              <a:gd name="adj1" fmla="val 0"/>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54" name="Round Same Side Corner Rectangle 53"/>
          <p:cNvSpPr/>
          <p:nvPr userDrawn="1"/>
        </p:nvSpPr>
        <p:spPr>
          <a:xfrm rot="10800000">
            <a:off x="7334738" y="-3"/>
            <a:ext cx="241419" cy="431802"/>
          </a:xfrm>
          <a:prstGeom prst="round2SameRect">
            <a:avLst>
              <a:gd name="adj1" fmla="val 17737"/>
              <a:gd name="adj2"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55" name="Rounded Rectangle 54"/>
          <p:cNvSpPr/>
          <p:nvPr userDrawn="1"/>
        </p:nvSpPr>
        <p:spPr>
          <a:xfrm>
            <a:off x="7336850" y="63412"/>
            <a:ext cx="239310" cy="320954"/>
          </a:xfrm>
          <a:prstGeom prst="roundRect">
            <a:avLst>
              <a:gd name="adj" fmla="val 407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r>
              <a:rPr lang="en-US" sz="2000" dirty="0" smtClean="0">
                <a:solidFill>
                  <a:schemeClr val="bg1"/>
                </a:solidFill>
                <a:latin typeface="Calibri"/>
                <a:cs typeface="Calibri"/>
              </a:rPr>
              <a:t>1</a:t>
            </a:r>
            <a:endParaRPr lang="en-US" sz="2000" dirty="0">
              <a:solidFill>
                <a:schemeClr val="bg1"/>
              </a:solidFill>
              <a:latin typeface="Calibri"/>
              <a:cs typeface="Calibri"/>
            </a:endParaRPr>
          </a:p>
        </p:txBody>
      </p:sp>
      <p:sp>
        <p:nvSpPr>
          <p:cNvPr id="56" name="Rectangle 55"/>
          <p:cNvSpPr/>
          <p:nvPr userDrawn="1"/>
        </p:nvSpPr>
        <p:spPr>
          <a:xfrm>
            <a:off x="7334738" y="0"/>
            <a:ext cx="241422" cy="119953"/>
          </a:xfrm>
          <a:prstGeom prst="rect">
            <a:avLst/>
          </a:prstGeom>
          <a:solidFill>
            <a:srgbClr val="FFFFFF"/>
          </a:solidFill>
          <a:ln>
            <a:gradFill flip="none" rotWithShape="1">
              <a:gsLst>
                <a:gs pos="0">
                  <a:schemeClr val="accent1">
                    <a:alpha val="0"/>
                  </a:schemeClr>
                </a:gs>
                <a:gs pos="99000">
                  <a:schemeClr val="accent2">
                    <a:alpha val="0"/>
                  </a:schemeClr>
                </a:gs>
              </a:gsLst>
              <a:lin ang="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4" name="Text Placeholder 3"/>
          <p:cNvSpPr>
            <a:spLocks noGrp="1"/>
          </p:cNvSpPr>
          <p:nvPr>
            <p:ph type="body" sz="quarter" idx="10"/>
          </p:nvPr>
        </p:nvSpPr>
        <p:spPr>
          <a:xfrm>
            <a:off x="1222375" y="3114675"/>
            <a:ext cx="2000250" cy="320675"/>
          </a:xfrm>
        </p:spPr>
        <p:txBody>
          <a:bodyPr/>
          <a:lstStyle>
            <a:lvl1pPr algn="ctr">
              <a:defRPr sz="1800"/>
            </a:lvl1pPr>
          </a:lstStyle>
          <a:p>
            <a:pPr lvl="0"/>
            <a:r>
              <a:rPr lang="en-US" smtClean="0"/>
              <a:t>Click to edit Master text styles</a:t>
            </a:r>
          </a:p>
        </p:txBody>
      </p:sp>
      <p:sp>
        <p:nvSpPr>
          <p:cNvPr id="6" name="Text Placeholder 5"/>
          <p:cNvSpPr>
            <a:spLocks noGrp="1"/>
          </p:cNvSpPr>
          <p:nvPr>
            <p:ph type="body" sz="quarter" idx="11"/>
          </p:nvPr>
        </p:nvSpPr>
        <p:spPr>
          <a:xfrm>
            <a:off x="563563" y="1484313"/>
            <a:ext cx="7980362" cy="1276350"/>
          </a:xfrm>
        </p:spPr>
        <p:txBody>
          <a:bodyPr/>
          <a:lstStyle>
            <a:lvl1pPr>
              <a:defRPr>
                <a:solidFill>
                  <a:srgbClr val="002060"/>
                </a:solidFill>
              </a:defRPr>
            </a:lvl1pPr>
            <a:lvl2pPr>
              <a:defRPr sz="1800"/>
            </a:lvl2pPr>
          </a:lstStyle>
          <a:p>
            <a:pPr lvl="0"/>
            <a:r>
              <a:rPr lang="en-US" smtClean="0"/>
              <a:t>Click to edit Master text styles</a:t>
            </a:r>
          </a:p>
          <a:p>
            <a:pPr lvl="1"/>
            <a:r>
              <a:rPr lang="en-US" smtClean="0"/>
              <a:t>Second level</a:t>
            </a:r>
          </a:p>
        </p:txBody>
      </p:sp>
      <p:sp>
        <p:nvSpPr>
          <p:cNvPr id="39" name="Text Placeholder 3"/>
          <p:cNvSpPr>
            <a:spLocks noGrp="1"/>
          </p:cNvSpPr>
          <p:nvPr>
            <p:ph type="body" sz="quarter" idx="12"/>
          </p:nvPr>
        </p:nvSpPr>
        <p:spPr>
          <a:xfrm>
            <a:off x="3571506" y="3122227"/>
            <a:ext cx="2000250" cy="320675"/>
          </a:xfrm>
        </p:spPr>
        <p:txBody>
          <a:bodyPr/>
          <a:lstStyle>
            <a:lvl1pPr algn="ctr">
              <a:defRPr sz="1800"/>
            </a:lvl1pPr>
          </a:lstStyle>
          <a:p>
            <a:pPr lvl="0"/>
            <a:r>
              <a:rPr lang="en-US" smtClean="0"/>
              <a:t>Click to edit Master text styles</a:t>
            </a:r>
          </a:p>
        </p:txBody>
      </p:sp>
      <p:sp>
        <p:nvSpPr>
          <p:cNvPr id="40" name="Text Placeholder 3"/>
          <p:cNvSpPr>
            <a:spLocks noGrp="1"/>
          </p:cNvSpPr>
          <p:nvPr>
            <p:ph type="body" sz="quarter" idx="13"/>
          </p:nvPr>
        </p:nvSpPr>
        <p:spPr>
          <a:xfrm>
            <a:off x="5941703" y="3122227"/>
            <a:ext cx="2000250" cy="320675"/>
          </a:xfrm>
        </p:spPr>
        <p:txBody>
          <a:bodyPr/>
          <a:lstStyle>
            <a:lvl1pPr algn="ctr">
              <a:defRPr sz="1800"/>
            </a:lvl1pPr>
          </a:lstStyle>
          <a:p>
            <a:pPr lvl="0"/>
            <a:r>
              <a:rPr lang="en-US" smtClean="0"/>
              <a:t>Click to edit Master text styles</a:t>
            </a:r>
          </a:p>
        </p:txBody>
      </p:sp>
    </p:spTree>
    <p:extLst>
      <p:ext uri="{BB962C8B-B14F-4D97-AF65-F5344CB8AC3E}">
        <p14:creationId xmlns:p14="http://schemas.microsoft.com/office/powerpoint/2010/main" val="1670943347"/>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hart 2 sections">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Content Placeholder 5"/>
          <p:cNvSpPr txBox="1">
            <a:spLocks/>
          </p:cNvSpPr>
          <p:nvPr userDrawn="1"/>
        </p:nvSpPr>
        <p:spPr bwMode="auto">
          <a:xfrm>
            <a:off x="357188" y="3047268"/>
            <a:ext cx="8428890" cy="2891572"/>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9" name="Content Placeholder 5"/>
          <p:cNvSpPr txBox="1">
            <a:spLocks/>
          </p:cNvSpPr>
          <p:nvPr userDrawn="1"/>
        </p:nvSpPr>
        <p:spPr bwMode="auto">
          <a:xfrm>
            <a:off x="357188" y="1286002"/>
            <a:ext cx="8428890" cy="1587826"/>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3" name="Text Placeholder 2"/>
          <p:cNvSpPr>
            <a:spLocks noGrp="1"/>
          </p:cNvSpPr>
          <p:nvPr>
            <p:ph type="body" sz="quarter" idx="10"/>
          </p:nvPr>
        </p:nvSpPr>
        <p:spPr>
          <a:xfrm>
            <a:off x="563563" y="1457325"/>
            <a:ext cx="8004175" cy="1303338"/>
          </a:xfrm>
        </p:spPr>
        <p:txBody>
          <a:bodyPr/>
          <a:lstStyle>
            <a:lvl1pPr>
              <a:defRPr>
                <a:solidFill>
                  <a:schemeClr val="accent1"/>
                </a:solidFill>
              </a:defRPr>
            </a:lvl1pPr>
            <a:lvl2pPr>
              <a:defRPr sz="1800"/>
            </a:lvl2pPr>
          </a:lstStyle>
          <a:p>
            <a:pPr lvl="0"/>
            <a:r>
              <a:rPr lang="en-US" smtClean="0"/>
              <a:t>Click to edit Master text styles</a:t>
            </a:r>
          </a:p>
          <a:p>
            <a:pPr lvl="1"/>
            <a:r>
              <a:rPr lang="en-US" smtClean="0"/>
              <a:t>Second level</a:t>
            </a:r>
          </a:p>
        </p:txBody>
      </p:sp>
      <p:sp>
        <p:nvSpPr>
          <p:cNvPr id="5" name="Text Placeholder 4"/>
          <p:cNvSpPr>
            <a:spLocks noGrp="1"/>
          </p:cNvSpPr>
          <p:nvPr>
            <p:ph type="body" sz="quarter" idx="11"/>
          </p:nvPr>
        </p:nvSpPr>
        <p:spPr>
          <a:xfrm>
            <a:off x="563563" y="3214688"/>
            <a:ext cx="8004175" cy="2570162"/>
          </a:xfrm>
        </p:spPr>
        <p:txBody>
          <a:bodyPr/>
          <a:lstStyle>
            <a:lvl1pPr>
              <a:defRPr>
                <a:solidFill>
                  <a:schemeClr val="accent1"/>
                </a:solidFill>
              </a:defRPr>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68907513"/>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hart to/from stacked op1">
    <p:bg>
      <p:bgPr>
        <a:solidFill>
          <a:schemeClr val="bg2"/>
        </a:solidFill>
        <a:effectLst/>
      </p:bgPr>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6" name="Content Placeholder 5"/>
          <p:cNvSpPr txBox="1">
            <a:spLocks/>
          </p:cNvSpPr>
          <p:nvPr userDrawn="1"/>
        </p:nvSpPr>
        <p:spPr bwMode="auto">
          <a:xfrm>
            <a:off x="357188" y="3047268"/>
            <a:ext cx="8428890" cy="2891572"/>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7" name="Content Placeholder 5"/>
          <p:cNvSpPr txBox="1">
            <a:spLocks/>
          </p:cNvSpPr>
          <p:nvPr userDrawn="1"/>
        </p:nvSpPr>
        <p:spPr bwMode="auto">
          <a:xfrm>
            <a:off x="357188" y="1286002"/>
            <a:ext cx="8428890" cy="1587826"/>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grpSp>
        <p:nvGrpSpPr>
          <p:cNvPr id="10" name="Group 9"/>
          <p:cNvGrpSpPr/>
          <p:nvPr userDrawn="1"/>
        </p:nvGrpSpPr>
        <p:grpSpPr>
          <a:xfrm>
            <a:off x="4286380" y="2652077"/>
            <a:ext cx="624114" cy="624114"/>
            <a:chOff x="4406622" y="2652077"/>
            <a:chExt cx="624114" cy="624114"/>
          </a:xfrm>
        </p:grpSpPr>
        <p:sp>
          <p:nvSpPr>
            <p:cNvPr id="11" name="Oval 10"/>
            <p:cNvSpPr/>
            <p:nvPr/>
          </p:nvSpPr>
          <p:spPr>
            <a:xfrm rot="5400000">
              <a:off x="4406622" y="2652077"/>
              <a:ext cx="624114" cy="624114"/>
            </a:xfrm>
            <a:prstGeom prst="ellipse">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98105" y="2761252"/>
              <a:ext cx="450629" cy="466722"/>
            </a:xfrm>
            <a:prstGeom prst="rect">
              <a:avLst/>
            </a:prstGeom>
          </p:spPr>
        </p:pic>
      </p:grpSp>
      <p:sp>
        <p:nvSpPr>
          <p:cNvPr id="8" name="Round Same Side Corner Rectangle 7"/>
          <p:cNvSpPr/>
          <p:nvPr userDrawn="1"/>
        </p:nvSpPr>
        <p:spPr>
          <a:xfrm rot="16200000">
            <a:off x="-345282" y="1988474"/>
            <a:ext cx="1587828"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ound Same Side Corner Rectangle 8"/>
          <p:cNvSpPr/>
          <p:nvPr userDrawn="1"/>
        </p:nvSpPr>
        <p:spPr>
          <a:xfrm rot="16200000">
            <a:off x="-997153" y="4401614"/>
            <a:ext cx="2891571"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 Placeholder 2"/>
          <p:cNvSpPr>
            <a:spLocks noGrp="1"/>
          </p:cNvSpPr>
          <p:nvPr>
            <p:ph type="body" sz="quarter" idx="24"/>
          </p:nvPr>
        </p:nvSpPr>
        <p:spPr>
          <a:xfrm>
            <a:off x="819491" y="1740306"/>
            <a:ext cx="7823064" cy="855407"/>
          </a:xfrm>
        </p:spPr>
        <p:txBody>
          <a:bodyPr/>
          <a:lstStyle>
            <a:lvl1pPr algn="ctr">
              <a:defRPr sz="2400">
                <a:solidFill>
                  <a:schemeClr val="tx2"/>
                </a:solidFill>
              </a:defRPr>
            </a:lvl1pPr>
          </a:lstStyle>
          <a:p>
            <a:pPr lvl="0"/>
            <a:r>
              <a:rPr lang="en-US" smtClean="0"/>
              <a:t>Click to edit Master text styles</a:t>
            </a:r>
          </a:p>
        </p:txBody>
      </p:sp>
      <p:sp>
        <p:nvSpPr>
          <p:cNvPr id="22" name="Text Placeholder 2"/>
          <p:cNvSpPr>
            <a:spLocks noGrp="1"/>
          </p:cNvSpPr>
          <p:nvPr>
            <p:ph type="body" sz="quarter" idx="34"/>
          </p:nvPr>
        </p:nvSpPr>
        <p:spPr>
          <a:xfrm>
            <a:off x="819491" y="3628101"/>
            <a:ext cx="7823064" cy="2221802"/>
          </a:xfrm>
        </p:spPr>
        <p:txBody>
          <a:bodyPr/>
          <a:lstStyle>
            <a:lvl1pPr algn="ctr">
              <a:defRPr sz="2400">
                <a:solidFill>
                  <a:schemeClr val="tx2"/>
                </a:solidFill>
              </a:defRPr>
            </a:lvl1pPr>
          </a:lstStyle>
          <a:p>
            <a:pPr lvl="0"/>
            <a:r>
              <a:rPr lang="en-US" smtClean="0"/>
              <a:t>Click to edit Master text styles</a:t>
            </a:r>
          </a:p>
        </p:txBody>
      </p:sp>
      <p:sp>
        <p:nvSpPr>
          <p:cNvPr id="3" name="Text Placeholder 2"/>
          <p:cNvSpPr>
            <a:spLocks noGrp="1"/>
          </p:cNvSpPr>
          <p:nvPr>
            <p:ph type="body" sz="quarter" idx="35" hasCustomPrompt="1"/>
          </p:nvPr>
        </p:nvSpPr>
        <p:spPr>
          <a:xfrm>
            <a:off x="819150" y="1376363"/>
            <a:ext cx="1865313" cy="276225"/>
          </a:xfrm>
        </p:spPr>
        <p:txBody>
          <a:bodyPr/>
          <a:lstStyle>
            <a:lvl1pPr>
              <a:defRPr sz="1400">
                <a:solidFill>
                  <a:schemeClr val="accent1"/>
                </a:solidFill>
              </a:defRPr>
            </a:lvl1pPr>
          </a:lstStyle>
          <a:p>
            <a:pPr lvl="0"/>
            <a:r>
              <a:rPr lang="en-US" dirty="0" smtClean="0"/>
              <a:t>CLICK TO EDIT</a:t>
            </a:r>
            <a:endParaRPr lang="en-US" dirty="0"/>
          </a:p>
        </p:txBody>
      </p:sp>
      <p:sp>
        <p:nvSpPr>
          <p:cNvPr id="23" name="Text Placeholder 2"/>
          <p:cNvSpPr>
            <a:spLocks noGrp="1"/>
          </p:cNvSpPr>
          <p:nvPr>
            <p:ph type="body" sz="quarter" idx="36" hasCustomPrompt="1"/>
          </p:nvPr>
        </p:nvSpPr>
        <p:spPr>
          <a:xfrm>
            <a:off x="814238" y="3159436"/>
            <a:ext cx="1865313" cy="276225"/>
          </a:xfrm>
        </p:spPr>
        <p:txBody>
          <a:bodyPr/>
          <a:lstStyle>
            <a:lvl1pPr>
              <a:defRPr sz="1400">
                <a:solidFill>
                  <a:schemeClr val="accent3"/>
                </a:solidFill>
              </a:defRPr>
            </a:lvl1pPr>
          </a:lstStyle>
          <a:p>
            <a:pPr lvl="0"/>
            <a:r>
              <a:rPr lang="en-US" dirty="0" smtClean="0"/>
              <a:t>CLICK TO EDIT</a:t>
            </a:r>
            <a:endParaRPr lang="en-US" dirty="0"/>
          </a:p>
        </p:txBody>
      </p:sp>
    </p:spTree>
    <p:extLst>
      <p:ext uri="{BB962C8B-B14F-4D97-AF65-F5344CB8AC3E}">
        <p14:creationId xmlns:p14="http://schemas.microsoft.com/office/powerpoint/2010/main" val="1087855171"/>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to/from stacked op2">
    <p:bg>
      <p:bgPr>
        <a:solidFill>
          <a:schemeClr val="bg2"/>
        </a:solidFill>
        <a:effectLst/>
      </p:bgPr>
    </p:bg>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9" name="Content Placeholder 5"/>
          <p:cNvSpPr txBox="1">
            <a:spLocks/>
          </p:cNvSpPr>
          <p:nvPr userDrawn="1"/>
        </p:nvSpPr>
        <p:spPr bwMode="auto">
          <a:xfrm>
            <a:off x="357188" y="3047268"/>
            <a:ext cx="8428890" cy="2891572"/>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22" name="Content Placeholder 5"/>
          <p:cNvSpPr txBox="1">
            <a:spLocks/>
          </p:cNvSpPr>
          <p:nvPr userDrawn="1"/>
        </p:nvSpPr>
        <p:spPr bwMode="auto">
          <a:xfrm>
            <a:off x="357188" y="1286002"/>
            <a:ext cx="8428890" cy="1587826"/>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8" name="Round Same Side Corner Rectangle 7"/>
          <p:cNvSpPr/>
          <p:nvPr userDrawn="1"/>
        </p:nvSpPr>
        <p:spPr>
          <a:xfrm rot="16200000">
            <a:off x="-345282" y="1988474"/>
            <a:ext cx="1587828"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ound Same Side Corner Rectangle 8"/>
          <p:cNvSpPr/>
          <p:nvPr userDrawn="1"/>
        </p:nvSpPr>
        <p:spPr>
          <a:xfrm rot="16200000">
            <a:off x="-997153" y="4401614"/>
            <a:ext cx="2891571"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p:cNvGrpSpPr/>
          <p:nvPr userDrawn="1"/>
        </p:nvGrpSpPr>
        <p:grpSpPr>
          <a:xfrm>
            <a:off x="4286380" y="2652077"/>
            <a:ext cx="624114" cy="624114"/>
            <a:chOff x="4406622" y="2652077"/>
            <a:chExt cx="624114" cy="624114"/>
          </a:xfrm>
        </p:grpSpPr>
        <p:sp>
          <p:nvSpPr>
            <p:cNvPr id="17" name="Oval 16"/>
            <p:cNvSpPr/>
            <p:nvPr/>
          </p:nvSpPr>
          <p:spPr>
            <a:xfrm rot="5400000">
              <a:off x="4406622" y="2652077"/>
              <a:ext cx="624114" cy="624114"/>
            </a:xfrm>
            <a:prstGeom prst="ellipse">
              <a:avLst/>
            </a:prstGeom>
            <a:solidFill>
              <a:srgbClr val="FFFFFF"/>
            </a:solidFill>
            <a:ln w="38100" cmpd="sng">
              <a:solidFill>
                <a:srgbClr val="EFEF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98105" y="2761252"/>
              <a:ext cx="450629" cy="466722"/>
            </a:xfrm>
            <a:prstGeom prst="rect">
              <a:avLst/>
            </a:prstGeom>
          </p:spPr>
        </p:pic>
      </p:grpSp>
      <p:sp>
        <p:nvSpPr>
          <p:cNvPr id="20" name="Text Placeholder 2"/>
          <p:cNvSpPr>
            <a:spLocks noGrp="1"/>
          </p:cNvSpPr>
          <p:nvPr>
            <p:ph type="body" sz="quarter" idx="24"/>
          </p:nvPr>
        </p:nvSpPr>
        <p:spPr>
          <a:xfrm>
            <a:off x="819491" y="1740306"/>
            <a:ext cx="7823064" cy="855407"/>
          </a:xfrm>
        </p:spPr>
        <p:txBody>
          <a:bodyPr/>
          <a:lstStyle>
            <a:lvl1pPr algn="ctr">
              <a:defRPr sz="2400">
                <a:solidFill>
                  <a:schemeClr val="tx2"/>
                </a:solidFill>
              </a:defRPr>
            </a:lvl1pPr>
          </a:lstStyle>
          <a:p>
            <a:pPr lvl="0"/>
            <a:r>
              <a:rPr lang="en-US" smtClean="0"/>
              <a:t>Click to edit Master text styles</a:t>
            </a:r>
          </a:p>
        </p:txBody>
      </p:sp>
      <p:sp>
        <p:nvSpPr>
          <p:cNvPr id="21" name="Text Placeholder 2"/>
          <p:cNvSpPr>
            <a:spLocks noGrp="1"/>
          </p:cNvSpPr>
          <p:nvPr>
            <p:ph type="body" sz="quarter" idx="34"/>
          </p:nvPr>
        </p:nvSpPr>
        <p:spPr>
          <a:xfrm>
            <a:off x="819491" y="3628101"/>
            <a:ext cx="7823064" cy="2221802"/>
          </a:xfrm>
        </p:spPr>
        <p:txBody>
          <a:bodyPr/>
          <a:lstStyle>
            <a:lvl1pPr algn="ctr">
              <a:defRPr sz="2400">
                <a:solidFill>
                  <a:schemeClr val="tx2"/>
                </a:solidFill>
              </a:defRPr>
            </a:lvl1pPr>
          </a:lstStyle>
          <a:p>
            <a:pPr lvl="0"/>
            <a:r>
              <a:rPr lang="en-US" smtClean="0"/>
              <a:t>Click to edit Master text styles</a:t>
            </a:r>
          </a:p>
        </p:txBody>
      </p:sp>
      <p:sp>
        <p:nvSpPr>
          <p:cNvPr id="23" name="Text Placeholder 2"/>
          <p:cNvSpPr>
            <a:spLocks noGrp="1"/>
          </p:cNvSpPr>
          <p:nvPr>
            <p:ph type="body" sz="quarter" idx="35" hasCustomPrompt="1"/>
          </p:nvPr>
        </p:nvSpPr>
        <p:spPr>
          <a:xfrm>
            <a:off x="819150" y="1376363"/>
            <a:ext cx="1865313" cy="276225"/>
          </a:xfrm>
        </p:spPr>
        <p:txBody>
          <a:bodyPr/>
          <a:lstStyle>
            <a:lvl1pPr>
              <a:defRPr sz="1400">
                <a:solidFill>
                  <a:schemeClr val="accent1"/>
                </a:solidFill>
              </a:defRPr>
            </a:lvl1pPr>
          </a:lstStyle>
          <a:p>
            <a:pPr lvl="0"/>
            <a:r>
              <a:rPr lang="en-US" dirty="0" smtClean="0"/>
              <a:t>CLICK TO EDIT</a:t>
            </a:r>
            <a:endParaRPr lang="en-US" dirty="0"/>
          </a:p>
        </p:txBody>
      </p:sp>
      <p:sp>
        <p:nvSpPr>
          <p:cNvPr id="24" name="Text Placeholder 2"/>
          <p:cNvSpPr>
            <a:spLocks noGrp="1"/>
          </p:cNvSpPr>
          <p:nvPr>
            <p:ph type="body" sz="quarter" idx="36" hasCustomPrompt="1"/>
          </p:nvPr>
        </p:nvSpPr>
        <p:spPr>
          <a:xfrm>
            <a:off x="814238" y="3159436"/>
            <a:ext cx="1865313" cy="276225"/>
          </a:xfrm>
        </p:spPr>
        <p:txBody>
          <a:bodyPr/>
          <a:lstStyle>
            <a:lvl1pPr>
              <a:defRPr sz="1400">
                <a:solidFill>
                  <a:schemeClr val="accent3"/>
                </a:solidFill>
              </a:defRPr>
            </a:lvl1pPr>
          </a:lstStyle>
          <a:p>
            <a:pPr lvl="0"/>
            <a:r>
              <a:rPr lang="en-US" dirty="0" smtClean="0"/>
              <a:t>CLICK TO EDIT</a:t>
            </a:r>
            <a:endParaRPr lang="en-US" dirty="0"/>
          </a:p>
        </p:txBody>
      </p:sp>
    </p:spTree>
    <p:extLst>
      <p:ext uri="{BB962C8B-B14F-4D97-AF65-F5344CB8AC3E}">
        <p14:creationId xmlns:p14="http://schemas.microsoft.com/office/powerpoint/2010/main" val="959040559"/>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hart 3x1">
    <p:bg>
      <p:bgPr>
        <a:solidFill>
          <a:schemeClr val="bg2"/>
        </a:solidFill>
        <a:effectLst/>
      </p:bgPr>
    </p:bg>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2" name="Content Placeholder 5"/>
          <p:cNvSpPr txBox="1">
            <a:spLocks/>
          </p:cNvSpPr>
          <p:nvPr userDrawn="1"/>
        </p:nvSpPr>
        <p:spPr bwMode="auto">
          <a:xfrm>
            <a:off x="357188" y="4475439"/>
            <a:ext cx="8428890" cy="1412024"/>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5" name="Content Placeholder 5"/>
          <p:cNvSpPr txBox="1">
            <a:spLocks/>
          </p:cNvSpPr>
          <p:nvPr userDrawn="1"/>
        </p:nvSpPr>
        <p:spPr bwMode="auto">
          <a:xfrm>
            <a:off x="357188" y="2891130"/>
            <a:ext cx="8428890" cy="1410871"/>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6" name="Content Placeholder 5"/>
          <p:cNvSpPr txBox="1">
            <a:spLocks/>
          </p:cNvSpPr>
          <p:nvPr userDrawn="1"/>
        </p:nvSpPr>
        <p:spPr bwMode="auto">
          <a:xfrm>
            <a:off x="357188" y="1301950"/>
            <a:ext cx="8428890" cy="141222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9" name="Round Same Side Corner Rectangle 18"/>
          <p:cNvSpPr/>
          <p:nvPr userDrawn="1"/>
        </p:nvSpPr>
        <p:spPr>
          <a:xfrm rot="16200000">
            <a:off x="-265454" y="1908647"/>
            <a:ext cx="1428171"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ound Same Side Corner Rectangle 19"/>
          <p:cNvSpPr/>
          <p:nvPr userDrawn="1"/>
        </p:nvSpPr>
        <p:spPr>
          <a:xfrm rot="16200000">
            <a:off x="-265454" y="3496475"/>
            <a:ext cx="1428171"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 Same Side Corner Rectangle 21"/>
          <p:cNvSpPr/>
          <p:nvPr userDrawn="1"/>
        </p:nvSpPr>
        <p:spPr>
          <a:xfrm rot="16200000">
            <a:off x="-265454" y="5098084"/>
            <a:ext cx="1428171"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693738" y="1455738"/>
            <a:ext cx="7780337" cy="1258433"/>
          </a:xfrm>
        </p:spPr>
        <p:txBody>
          <a:bodyPr/>
          <a:lstStyle>
            <a:lvl1pPr>
              <a:defRPr>
                <a:solidFill>
                  <a:schemeClr val="accent1"/>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
        <p:nvSpPr>
          <p:cNvPr id="27" name="Text Placeholder 2"/>
          <p:cNvSpPr>
            <a:spLocks noGrp="1"/>
          </p:cNvSpPr>
          <p:nvPr>
            <p:ph type="body" sz="quarter" idx="11"/>
          </p:nvPr>
        </p:nvSpPr>
        <p:spPr>
          <a:xfrm>
            <a:off x="681464" y="3043568"/>
            <a:ext cx="7780337" cy="1258433"/>
          </a:xfrm>
        </p:spPr>
        <p:txBody>
          <a:bodyPr/>
          <a:lstStyle>
            <a:lvl1pPr>
              <a:defRPr>
                <a:solidFill>
                  <a:schemeClr val="accent5"/>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
        <p:nvSpPr>
          <p:cNvPr id="28" name="Text Placeholder 2"/>
          <p:cNvSpPr>
            <a:spLocks noGrp="1"/>
          </p:cNvSpPr>
          <p:nvPr>
            <p:ph type="body" sz="quarter" idx="12"/>
          </p:nvPr>
        </p:nvSpPr>
        <p:spPr>
          <a:xfrm>
            <a:off x="693738" y="4602567"/>
            <a:ext cx="7780337" cy="1258433"/>
          </a:xfrm>
        </p:spPr>
        <p:txBody>
          <a:bodyPr/>
          <a:lstStyle>
            <a:lvl1pPr>
              <a:defRPr>
                <a:solidFill>
                  <a:schemeClr val="accent3"/>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903801963"/>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rt 3x1 plus photo">
    <p:bg>
      <p:bgPr>
        <a:solidFill>
          <a:schemeClr val="bg2"/>
        </a:solidFill>
        <a:effectLst/>
      </p:bgPr>
    </p:bg>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21" name="Content Placeholder 5"/>
          <p:cNvSpPr txBox="1">
            <a:spLocks/>
          </p:cNvSpPr>
          <p:nvPr userDrawn="1"/>
        </p:nvSpPr>
        <p:spPr bwMode="auto">
          <a:xfrm>
            <a:off x="412190" y="2866573"/>
            <a:ext cx="5011458" cy="1428171"/>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24" name="Content Placeholder 5"/>
          <p:cNvSpPr txBox="1">
            <a:spLocks/>
          </p:cNvSpPr>
          <p:nvPr userDrawn="1"/>
        </p:nvSpPr>
        <p:spPr bwMode="auto">
          <a:xfrm>
            <a:off x="425637" y="4462947"/>
            <a:ext cx="5011458" cy="1428171"/>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18" name="Content Placeholder 5"/>
          <p:cNvSpPr txBox="1">
            <a:spLocks/>
          </p:cNvSpPr>
          <p:nvPr userDrawn="1"/>
        </p:nvSpPr>
        <p:spPr bwMode="auto">
          <a:xfrm>
            <a:off x="394260" y="1286002"/>
            <a:ext cx="5011458" cy="1428171"/>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9" name="Round Same Side Corner Rectangle 18"/>
          <p:cNvSpPr/>
          <p:nvPr userDrawn="1"/>
        </p:nvSpPr>
        <p:spPr>
          <a:xfrm rot="16200000">
            <a:off x="-265454" y="1908647"/>
            <a:ext cx="1428171"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ound Same Side Corner Rectangle 19"/>
          <p:cNvSpPr/>
          <p:nvPr userDrawn="1"/>
        </p:nvSpPr>
        <p:spPr>
          <a:xfrm rot="16200000">
            <a:off x="-265454" y="3496475"/>
            <a:ext cx="1428171"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 Same Side Corner Rectangle 21"/>
          <p:cNvSpPr/>
          <p:nvPr userDrawn="1"/>
        </p:nvSpPr>
        <p:spPr>
          <a:xfrm rot="16200000">
            <a:off x="-265454" y="5098084"/>
            <a:ext cx="1428171"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Picture Placeholder 3"/>
          <p:cNvSpPr>
            <a:spLocks noGrp="1"/>
          </p:cNvSpPr>
          <p:nvPr>
            <p:ph type="pic" sz="quarter" idx="21"/>
          </p:nvPr>
        </p:nvSpPr>
        <p:spPr>
          <a:xfrm>
            <a:off x="5702060" y="1286002"/>
            <a:ext cx="3084018" cy="1428169"/>
          </a:xfrm>
          <a:prstGeom prst="roundRect">
            <a:avLst>
              <a:gd name="adj" fmla="val 4501"/>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6" name="Picture Placeholder 3"/>
          <p:cNvSpPr>
            <a:spLocks noGrp="1"/>
          </p:cNvSpPr>
          <p:nvPr>
            <p:ph type="pic" sz="quarter" idx="22"/>
          </p:nvPr>
        </p:nvSpPr>
        <p:spPr>
          <a:xfrm>
            <a:off x="5702060" y="2873829"/>
            <a:ext cx="3084018" cy="1428169"/>
          </a:xfrm>
          <a:prstGeom prst="roundRect">
            <a:avLst>
              <a:gd name="adj" fmla="val 4501"/>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17" name="Picture Placeholder 3"/>
          <p:cNvSpPr>
            <a:spLocks noGrp="1"/>
          </p:cNvSpPr>
          <p:nvPr>
            <p:ph type="pic" sz="quarter" idx="23"/>
          </p:nvPr>
        </p:nvSpPr>
        <p:spPr>
          <a:xfrm>
            <a:off x="5702060" y="4475438"/>
            <a:ext cx="3084018" cy="1428169"/>
          </a:xfrm>
          <a:prstGeom prst="roundRect">
            <a:avLst>
              <a:gd name="adj" fmla="val 4501"/>
            </a:avLst>
          </a:prstGeom>
          <a:solidFill>
            <a:schemeClr val="tx1"/>
          </a:solidFill>
        </p:spPr>
        <p:txBody>
          <a:bodyPr rtlCol="0">
            <a:normAutofit/>
          </a:bodyPr>
          <a:lstStyle>
            <a:lvl1pPr>
              <a:defRPr sz="1200"/>
            </a:lvl1pPr>
          </a:lstStyle>
          <a:p>
            <a:pPr lvl="0"/>
            <a:r>
              <a:rPr lang="en-US" noProof="0" smtClean="0"/>
              <a:t>Click icon to add picture</a:t>
            </a:r>
            <a:endParaRPr lang="en-US" noProof="0" dirty="0"/>
          </a:p>
        </p:txBody>
      </p:sp>
      <p:sp>
        <p:nvSpPr>
          <p:cNvPr id="25" name="Text Placeholder 2"/>
          <p:cNvSpPr>
            <a:spLocks noGrp="1"/>
          </p:cNvSpPr>
          <p:nvPr>
            <p:ph type="body" sz="quarter" idx="10"/>
          </p:nvPr>
        </p:nvSpPr>
        <p:spPr>
          <a:xfrm>
            <a:off x="693739" y="1455738"/>
            <a:ext cx="4592246" cy="1258433"/>
          </a:xfrm>
        </p:spPr>
        <p:txBody>
          <a:bodyPr/>
          <a:lstStyle>
            <a:lvl1pPr>
              <a:defRPr>
                <a:solidFill>
                  <a:schemeClr val="accent1"/>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
        <p:nvSpPr>
          <p:cNvPr id="26" name="Text Placeholder 2"/>
          <p:cNvSpPr>
            <a:spLocks noGrp="1"/>
          </p:cNvSpPr>
          <p:nvPr>
            <p:ph type="body" sz="quarter" idx="11"/>
          </p:nvPr>
        </p:nvSpPr>
        <p:spPr>
          <a:xfrm>
            <a:off x="681465" y="3043568"/>
            <a:ext cx="4592246" cy="1258433"/>
          </a:xfrm>
        </p:spPr>
        <p:txBody>
          <a:bodyPr/>
          <a:lstStyle>
            <a:lvl1pPr>
              <a:defRPr>
                <a:solidFill>
                  <a:schemeClr val="accent5"/>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
        <p:nvSpPr>
          <p:cNvPr id="27" name="Text Placeholder 2"/>
          <p:cNvSpPr>
            <a:spLocks noGrp="1"/>
          </p:cNvSpPr>
          <p:nvPr>
            <p:ph type="body" sz="quarter" idx="12"/>
          </p:nvPr>
        </p:nvSpPr>
        <p:spPr>
          <a:xfrm>
            <a:off x="693739" y="4602567"/>
            <a:ext cx="4592246" cy="1258433"/>
          </a:xfrm>
        </p:spPr>
        <p:txBody>
          <a:bodyPr/>
          <a:lstStyle>
            <a:lvl1pPr>
              <a:defRPr>
                <a:solidFill>
                  <a:schemeClr val="accent3"/>
                </a:solidFill>
              </a:defRPr>
            </a:lvl1pPr>
            <a:lvl2pPr>
              <a:defRPr sz="1800"/>
            </a:lvl2pPr>
            <a:lvl3pPr>
              <a:defRPr sz="1800"/>
            </a:lvl3pPr>
            <a:lvl4pPr>
              <a:defRPr sz="1600"/>
            </a:lvl4pPr>
            <a:lvl5pPr>
              <a:defRPr sz="1400"/>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587123528"/>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hart 2 rows to/from progression">
    <p:bg>
      <p:bgPr>
        <a:solidFill>
          <a:schemeClr val="bg2"/>
        </a:soli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2" name="Content Placeholder 5"/>
          <p:cNvSpPr txBox="1">
            <a:spLocks/>
          </p:cNvSpPr>
          <p:nvPr userDrawn="1"/>
        </p:nvSpPr>
        <p:spPr bwMode="auto">
          <a:xfrm>
            <a:off x="357188" y="4563356"/>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5" name="Round Same Side Corner Rectangle 14"/>
          <p:cNvSpPr/>
          <p:nvPr userDrawn="1"/>
        </p:nvSpPr>
        <p:spPr>
          <a:xfrm rot="16200000">
            <a:off x="-220146" y="5143391"/>
            <a:ext cx="1337555"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Content Placeholder 5"/>
          <p:cNvSpPr txBox="1">
            <a:spLocks/>
          </p:cNvSpPr>
          <p:nvPr userDrawn="1"/>
        </p:nvSpPr>
        <p:spPr bwMode="auto">
          <a:xfrm>
            <a:off x="357188" y="3079388"/>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7" name="Content Placeholder 5"/>
          <p:cNvSpPr txBox="1">
            <a:spLocks/>
          </p:cNvSpPr>
          <p:nvPr userDrawn="1"/>
        </p:nvSpPr>
        <p:spPr bwMode="auto">
          <a:xfrm>
            <a:off x="357188" y="1597784"/>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8" name="Round Same Side Corner Rectangle 17"/>
          <p:cNvSpPr/>
          <p:nvPr userDrawn="1"/>
        </p:nvSpPr>
        <p:spPr>
          <a:xfrm rot="16200000">
            <a:off x="-220145" y="2177818"/>
            <a:ext cx="1337553"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 Same Side Corner Rectangle 20"/>
          <p:cNvSpPr/>
          <p:nvPr userDrawn="1"/>
        </p:nvSpPr>
        <p:spPr>
          <a:xfrm rot="16200000">
            <a:off x="-220145" y="3659422"/>
            <a:ext cx="1337553"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4" name="Picture 23"/>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405851" y="2044625"/>
            <a:ext cx="448078" cy="464081"/>
          </a:xfrm>
          <a:prstGeom prst="rect">
            <a:avLst/>
          </a:prstGeom>
        </p:spPr>
      </p:pic>
      <p:pic>
        <p:nvPicPr>
          <p:cNvPr id="25" name="Picture 24"/>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4405851" y="3528883"/>
            <a:ext cx="448078" cy="464080"/>
          </a:xfrm>
          <a:prstGeom prst="rect">
            <a:avLst/>
          </a:prstGeom>
        </p:spPr>
      </p:pic>
      <p:pic>
        <p:nvPicPr>
          <p:cNvPr id="28" name="Picture 27"/>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4405851" y="5002791"/>
            <a:ext cx="448078" cy="464080"/>
          </a:xfrm>
          <a:prstGeom prst="rect">
            <a:avLst/>
          </a:prstGeom>
        </p:spPr>
      </p:pic>
      <p:sp>
        <p:nvSpPr>
          <p:cNvPr id="30" name="Text Placeholder 2"/>
          <p:cNvSpPr>
            <a:spLocks noGrp="1"/>
          </p:cNvSpPr>
          <p:nvPr>
            <p:ph type="body" sz="quarter" idx="14"/>
          </p:nvPr>
        </p:nvSpPr>
        <p:spPr>
          <a:xfrm>
            <a:off x="693738" y="1693046"/>
            <a:ext cx="3624765" cy="1219747"/>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
        <p:nvSpPr>
          <p:cNvPr id="31" name="Text Placeholder 2"/>
          <p:cNvSpPr>
            <a:spLocks noGrp="1"/>
          </p:cNvSpPr>
          <p:nvPr>
            <p:ph type="body" sz="quarter" idx="15"/>
          </p:nvPr>
        </p:nvSpPr>
        <p:spPr>
          <a:xfrm>
            <a:off x="693738" y="3177765"/>
            <a:ext cx="3624765" cy="1239175"/>
          </a:xfrm>
        </p:spPr>
        <p:txBody>
          <a:bodyPr/>
          <a:lstStyle>
            <a:lvl1pPr>
              <a:defRPr sz="1600">
                <a:solidFill>
                  <a:schemeClr val="accent5"/>
                </a:solidFill>
              </a:defRPr>
            </a:lvl1pPr>
            <a:lvl2pPr>
              <a:defRPr sz="1600"/>
            </a:lvl2pPr>
          </a:lstStyle>
          <a:p>
            <a:pPr lvl="0"/>
            <a:r>
              <a:rPr lang="en-US" smtClean="0"/>
              <a:t>Click to edit Master text styles</a:t>
            </a:r>
          </a:p>
          <a:p>
            <a:pPr lvl="1"/>
            <a:r>
              <a:rPr lang="en-US" smtClean="0"/>
              <a:t>Second level</a:t>
            </a:r>
          </a:p>
        </p:txBody>
      </p:sp>
      <p:sp>
        <p:nvSpPr>
          <p:cNvPr id="32" name="Text Placeholder 2"/>
          <p:cNvSpPr>
            <a:spLocks noGrp="1"/>
          </p:cNvSpPr>
          <p:nvPr>
            <p:ph type="body" sz="quarter" idx="16"/>
          </p:nvPr>
        </p:nvSpPr>
        <p:spPr>
          <a:xfrm>
            <a:off x="693738" y="4667411"/>
            <a:ext cx="3624765" cy="1233498"/>
          </a:xfrm>
        </p:spPr>
        <p:txBody>
          <a:bodyPr/>
          <a:lstStyle>
            <a:lvl1pPr>
              <a:defRPr sz="1600">
                <a:solidFill>
                  <a:schemeClr val="accent3"/>
                </a:solidFill>
              </a:defRPr>
            </a:lvl1pPr>
            <a:lvl2pPr>
              <a:defRPr sz="1600"/>
            </a:lvl2pPr>
          </a:lstStyle>
          <a:p>
            <a:pPr lvl="0"/>
            <a:r>
              <a:rPr lang="en-US" smtClean="0"/>
              <a:t>Click to edit Master text styles</a:t>
            </a:r>
          </a:p>
          <a:p>
            <a:pPr lvl="1"/>
            <a:r>
              <a:rPr lang="en-US" smtClean="0"/>
              <a:t>Second level</a:t>
            </a:r>
          </a:p>
        </p:txBody>
      </p:sp>
      <p:sp>
        <p:nvSpPr>
          <p:cNvPr id="33" name="Text Placeholder 2"/>
          <p:cNvSpPr>
            <a:spLocks noGrp="1"/>
          </p:cNvSpPr>
          <p:nvPr>
            <p:ph type="body" sz="quarter" idx="17"/>
          </p:nvPr>
        </p:nvSpPr>
        <p:spPr>
          <a:xfrm>
            <a:off x="5015397" y="1691545"/>
            <a:ext cx="3624765" cy="1219747"/>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
        <p:nvSpPr>
          <p:cNvPr id="34" name="Text Placeholder 2"/>
          <p:cNvSpPr>
            <a:spLocks noGrp="1"/>
          </p:cNvSpPr>
          <p:nvPr>
            <p:ph type="body" sz="quarter" idx="18"/>
          </p:nvPr>
        </p:nvSpPr>
        <p:spPr>
          <a:xfrm>
            <a:off x="5015397" y="3176264"/>
            <a:ext cx="3624765" cy="1239175"/>
          </a:xfrm>
        </p:spPr>
        <p:txBody>
          <a:bodyPr/>
          <a:lstStyle>
            <a:lvl1pPr>
              <a:defRPr sz="1600">
                <a:solidFill>
                  <a:schemeClr val="accent5"/>
                </a:solidFill>
              </a:defRPr>
            </a:lvl1pPr>
            <a:lvl2pPr>
              <a:defRPr sz="1600"/>
            </a:lvl2pPr>
          </a:lstStyle>
          <a:p>
            <a:pPr lvl="0"/>
            <a:r>
              <a:rPr lang="en-US" smtClean="0"/>
              <a:t>Click to edit Master text styles</a:t>
            </a:r>
          </a:p>
          <a:p>
            <a:pPr lvl="1"/>
            <a:r>
              <a:rPr lang="en-US" smtClean="0"/>
              <a:t>Second level</a:t>
            </a:r>
          </a:p>
        </p:txBody>
      </p:sp>
      <p:sp>
        <p:nvSpPr>
          <p:cNvPr id="35" name="Text Placeholder 2"/>
          <p:cNvSpPr>
            <a:spLocks noGrp="1"/>
          </p:cNvSpPr>
          <p:nvPr>
            <p:ph type="body" sz="quarter" idx="19"/>
          </p:nvPr>
        </p:nvSpPr>
        <p:spPr>
          <a:xfrm>
            <a:off x="5015397" y="4665910"/>
            <a:ext cx="3624765" cy="1233498"/>
          </a:xfrm>
        </p:spPr>
        <p:txBody>
          <a:bodyPr/>
          <a:lstStyle>
            <a:lvl1pPr>
              <a:defRPr sz="1600">
                <a:solidFill>
                  <a:schemeClr val="accent3"/>
                </a:solidFill>
              </a:defRPr>
            </a:lvl1pPr>
            <a:lvl2pPr>
              <a:defRPr sz="1600"/>
            </a:lvl2pPr>
          </a:lstStyle>
          <a:p>
            <a:pPr lvl="0"/>
            <a:r>
              <a:rPr lang="en-US" smtClean="0"/>
              <a:t>Click to edit Master text styles</a:t>
            </a:r>
          </a:p>
          <a:p>
            <a:pPr lvl="1"/>
            <a:r>
              <a:rPr lang="en-US" smtClean="0"/>
              <a:t>Second level</a:t>
            </a:r>
          </a:p>
        </p:txBody>
      </p:sp>
      <p:sp>
        <p:nvSpPr>
          <p:cNvPr id="36" name="Text Placeholder 6"/>
          <p:cNvSpPr>
            <a:spLocks noGrp="1"/>
          </p:cNvSpPr>
          <p:nvPr>
            <p:ph type="body" sz="quarter" idx="22"/>
          </p:nvPr>
        </p:nvSpPr>
        <p:spPr>
          <a:xfrm>
            <a:off x="693738" y="1319750"/>
            <a:ext cx="3624765" cy="223715"/>
          </a:xfrm>
        </p:spPr>
        <p:txBody>
          <a:bodyPr/>
          <a:lstStyle>
            <a:lvl1pPr algn="l">
              <a:defRPr sz="1400" i="1"/>
            </a:lvl1pPr>
          </a:lstStyle>
          <a:p>
            <a:pPr lvl="0"/>
            <a:r>
              <a:rPr lang="en-US" smtClean="0"/>
              <a:t>Click to edit Master text styles</a:t>
            </a:r>
          </a:p>
        </p:txBody>
      </p:sp>
      <p:sp>
        <p:nvSpPr>
          <p:cNvPr id="37" name="Text Placeholder 6"/>
          <p:cNvSpPr>
            <a:spLocks noGrp="1"/>
          </p:cNvSpPr>
          <p:nvPr>
            <p:ph type="body" sz="quarter" idx="23"/>
          </p:nvPr>
        </p:nvSpPr>
        <p:spPr>
          <a:xfrm>
            <a:off x="5015397" y="1319751"/>
            <a:ext cx="3624765" cy="204788"/>
          </a:xfrm>
        </p:spPr>
        <p:txBody>
          <a:bodyPr/>
          <a:lstStyle>
            <a:lvl1pPr algn="l">
              <a:defRPr sz="1400" i="1"/>
            </a:lvl1pPr>
          </a:lstStyle>
          <a:p>
            <a:pPr lvl="0"/>
            <a:r>
              <a:rPr lang="en-US" smtClean="0"/>
              <a:t>Click to edit Master text styles</a:t>
            </a:r>
          </a:p>
        </p:txBody>
      </p:sp>
    </p:spTree>
    <p:extLst>
      <p:ext uri="{BB962C8B-B14F-4D97-AF65-F5344CB8AC3E}">
        <p14:creationId xmlns:p14="http://schemas.microsoft.com/office/powerpoint/2010/main" val="5360803"/>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rt 4x1">
    <p:bg>
      <p:bgPr>
        <a:solidFill>
          <a:schemeClr val="bg2"/>
        </a:solidFill>
        <a:effectLst/>
      </p:bgPr>
    </p:bg>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5" name="Content Placeholder 5"/>
          <p:cNvSpPr txBox="1">
            <a:spLocks/>
          </p:cNvSpPr>
          <p:nvPr userDrawn="1"/>
        </p:nvSpPr>
        <p:spPr bwMode="auto">
          <a:xfrm>
            <a:off x="394260" y="1286002"/>
            <a:ext cx="8428890" cy="1046967"/>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46" name="Content Placeholder 5"/>
          <p:cNvSpPr txBox="1">
            <a:spLocks/>
          </p:cNvSpPr>
          <p:nvPr userDrawn="1"/>
        </p:nvSpPr>
        <p:spPr bwMode="auto">
          <a:xfrm>
            <a:off x="357188" y="2506405"/>
            <a:ext cx="8428890" cy="1046967"/>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51" name="Content Placeholder 5"/>
          <p:cNvSpPr txBox="1">
            <a:spLocks/>
          </p:cNvSpPr>
          <p:nvPr userDrawn="1"/>
        </p:nvSpPr>
        <p:spPr bwMode="auto">
          <a:xfrm>
            <a:off x="357188" y="3726811"/>
            <a:ext cx="8428890" cy="1046967"/>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52" name="Content Placeholder 5"/>
          <p:cNvSpPr txBox="1">
            <a:spLocks/>
          </p:cNvSpPr>
          <p:nvPr userDrawn="1"/>
        </p:nvSpPr>
        <p:spPr bwMode="auto">
          <a:xfrm>
            <a:off x="357188" y="4947216"/>
            <a:ext cx="8428890" cy="1046967"/>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pPr>
            <a:endParaRPr lang="en-US" sz="1400" dirty="0">
              <a:solidFill>
                <a:srgbClr val="666666"/>
              </a:solidFill>
            </a:endParaRPr>
          </a:p>
        </p:txBody>
      </p:sp>
      <p:sp>
        <p:nvSpPr>
          <p:cNvPr id="66" name="Round Same Side Corner Rectangle 65"/>
          <p:cNvSpPr/>
          <p:nvPr userDrawn="1"/>
        </p:nvSpPr>
        <p:spPr>
          <a:xfrm rot="16200000">
            <a:off x="-59934" y="1718044"/>
            <a:ext cx="1046969"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ound Same Side Corner Rectangle 66"/>
          <p:cNvSpPr/>
          <p:nvPr userDrawn="1"/>
        </p:nvSpPr>
        <p:spPr>
          <a:xfrm rot="16200000">
            <a:off x="-59934" y="4158855"/>
            <a:ext cx="1046968"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ound Same Side Corner Rectangle 67"/>
          <p:cNvSpPr/>
          <p:nvPr userDrawn="1"/>
        </p:nvSpPr>
        <p:spPr>
          <a:xfrm rot="16200000">
            <a:off x="-59934" y="5379260"/>
            <a:ext cx="1046968" cy="182880"/>
          </a:xfrm>
          <a:prstGeom prst="round2SameRect">
            <a:avLst>
              <a:gd name="adj1" fmla="val 50000"/>
              <a:gd name="adj2" fmla="val 0"/>
            </a:avLst>
          </a:prstGeom>
          <a:gradFill>
            <a:gsLst>
              <a:gs pos="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Round Same Side Corner Rectangle 68"/>
          <p:cNvSpPr/>
          <p:nvPr userDrawn="1"/>
        </p:nvSpPr>
        <p:spPr>
          <a:xfrm rot="16200000">
            <a:off x="-59934" y="2938449"/>
            <a:ext cx="1046969"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4"/>
          </p:nvPr>
        </p:nvSpPr>
        <p:spPr>
          <a:xfrm>
            <a:off x="693738" y="1403350"/>
            <a:ext cx="7970837" cy="930275"/>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
        <p:nvSpPr>
          <p:cNvPr id="21" name="Text Placeholder 2"/>
          <p:cNvSpPr>
            <a:spLocks noGrp="1"/>
          </p:cNvSpPr>
          <p:nvPr>
            <p:ph type="body" sz="quarter" idx="15"/>
          </p:nvPr>
        </p:nvSpPr>
        <p:spPr>
          <a:xfrm>
            <a:off x="693738" y="2623097"/>
            <a:ext cx="7970837" cy="930275"/>
          </a:xfrm>
        </p:spPr>
        <p:txBody>
          <a:bodyPr/>
          <a:lstStyle>
            <a:lvl1pPr>
              <a:defRPr sz="1600">
                <a:solidFill>
                  <a:schemeClr val="accent5"/>
                </a:solidFill>
              </a:defRPr>
            </a:lvl1pPr>
            <a:lvl2pPr>
              <a:defRPr sz="1600"/>
            </a:lvl2pPr>
          </a:lstStyle>
          <a:p>
            <a:pPr lvl="0"/>
            <a:r>
              <a:rPr lang="en-US" smtClean="0"/>
              <a:t>Click to edit Master text styles</a:t>
            </a:r>
          </a:p>
          <a:p>
            <a:pPr lvl="1"/>
            <a:r>
              <a:rPr lang="en-US" smtClean="0"/>
              <a:t>Second level</a:t>
            </a:r>
          </a:p>
        </p:txBody>
      </p:sp>
      <p:sp>
        <p:nvSpPr>
          <p:cNvPr id="22" name="Text Placeholder 2"/>
          <p:cNvSpPr>
            <a:spLocks noGrp="1"/>
          </p:cNvSpPr>
          <p:nvPr>
            <p:ph type="body" sz="quarter" idx="16"/>
          </p:nvPr>
        </p:nvSpPr>
        <p:spPr>
          <a:xfrm>
            <a:off x="693738" y="3844162"/>
            <a:ext cx="7970837" cy="930275"/>
          </a:xfrm>
        </p:spPr>
        <p:txBody>
          <a:bodyPr/>
          <a:lstStyle>
            <a:lvl1pPr>
              <a:defRPr sz="1600">
                <a:solidFill>
                  <a:schemeClr val="accent3"/>
                </a:solidFill>
              </a:defRPr>
            </a:lvl1pPr>
            <a:lvl2pPr>
              <a:defRPr sz="1600"/>
            </a:lvl2pPr>
          </a:lstStyle>
          <a:p>
            <a:pPr lvl="0"/>
            <a:r>
              <a:rPr lang="en-US" smtClean="0"/>
              <a:t>Click to edit Master text styles</a:t>
            </a:r>
          </a:p>
          <a:p>
            <a:pPr lvl="1"/>
            <a:r>
              <a:rPr lang="en-US" smtClean="0"/>
              <a:t>Second level</a:t>
            </a:r>
          </a:p>
        </p:txBody>
      </p:sp>
      <p:sp>
        <p:nvSpPr>
          <p:cNvPr id="23" name="Text Placeholder 2"/>
          <p:cNvSpPr>
            <a:spLocks noGrp="1"/>
          </p:cNvSpPr>
          <p:nvPr>
            <p:ph type="body" sz="quarter" idx="17"/>
          </p:nvPr>
        </p:nvSpPr>
        <p:spPr>
          <a:xfrm>
            <a:off x="693738" y="5063909"/>
            <a:ext cx="7970837" cy="930275"/>
          </a:xfrm>
        </p:spPr>
        <p:txBody>
          <a:bodyPr/>
          <a:lstStyle>
            <a:lvl1pPr>
              <a:defRPr sz="1600">
                <a:solidFill>
                  <a:srgbClr val="7030A0"/>
                </a:solidFill>
              </a:defRPr>
            </a:lvl1pPr>
            <a:lvl2pPr>
              <a:defRPr sz="16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595299192"/>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rt 3x4 progression">
    <p:bg>
      <p:bgPr>
        <a:solidFill>
          <a:schemeClr val="bg2"/>
        </a:solidFill>
        <a:effectLst/>
      </p:bgPr>
    </p:bg>
    <p:spTree>
      <p:nvGrpSpPr>
        <p:cNvPr id="1" name=""/>
        <p:cNvGrpSpPr/>
        <p:nvPr/>
      </p:nvGrpSpPr>
      <p:grpSpPr>
        <a:xfrm>
          <a:off x="0" y="0"/>
          <a:ext cx="0" cy="0"/>
          <a:chOff x="0" y="0"/>
          <a:chExt cx="0" cy="0"/>
        </a:xfrm>
      </p:grpSpPr>
      <p:pic>
        <p:nvPicPr>
          <p:cNvPr id="49" name="Picture 4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2" name="Content Placeholder 5"/>
          <p:cNvSpPr txBox="1">
            <a:spLocks/>
          </p:cNvSpPr>
          <p:nvPr userDrawn="1"/>
        </p:nvSpPr>
        <p:spPr bwMode="auto">
          <a:xfrm>
            <a:off x="357188" y="4563356"/>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5" name="Round Same Side Corner Rectangle 14"/>
          <p:cNvSpPr/>
          <p:nvPr userDrawn="1"/>
        </p:nvSpPr>
        <p:spPr>
          <a:xfrm rot="16200000">
            <a:off x="-220146" y="5143391"/>
            <a:ext cx="1337555"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Content Placeholder 5"/>
          <p:cNvSpPr txBox="1">
            <a:spLocks/>
          </p:cNvSpPr>
          <p:nvPr userDrawn="1"/>
        </p:nvSpPr>
        <p:spPr bwMode="auto">
          <a:xfrm>
            <a:off x="357188" y="3079388"/>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7" name="Content Placeholder 5"/>
          <p:cNvSpPr txBox="1">
            <a:spLocks/>
          </p:cNvSpPr>
          <p:nvPr userDrawn="1"/>
        </p:nvSpPr>
        <p:spPr bwMode="auto">
          <a:xfrm>
            <a:off x="357188" y="1597784"/>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8" name="Round Same Side Corner Rectangle 17"/>
          <p:cNvSpPr/>
          <p:nvPr userDrawn="1"/>
        </p:nvSpPr>
        <p:spPr>
          <a:xfrm rot="16200000">
            <a:off x="-220145" y="2177818"/>
            <a:ext cx="1337553"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 Same Side Corner Rectangle 20"/>
          <p:cNvSpPr/>
          <p:nvPr userDrawn="1"/>
        </p:nvSpPr>
        <p:spPr>
          <a:xfrm rot="16200000">
            <a:off x="-220145" y="3659422"/>
            <a:ext cx="1337553"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userDrawn="1"/>
        </p:nvCxnSpPr>
        <p:spPr>
          <a:xfrm flipV="1">
            <a:off x="2247274"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2247274"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2247274" y="1600482"/>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flipV="1">
            <a:off x="4423877" y="1600481"/>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flipV="1">
            <a:off x="6600268" y="1600481"/>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flipV="1">
            <a:off x="4423877"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flipV="1">
            <a:off x="4423877"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flipV="1">
            <a:off x="6600268"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flipV="1">
            <a:off x="6600268"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grpSp>
        <p:nvGrpSpPr>
          <p:cNvPr id="61" name="Group 60"/>
          <p:cNvGrpSpPr/>
          <p:nvPr userDrawn="1"/>
        </p:nvGrpSpPr>
        <p:grpSpPr>
          <a:xfrm>
            <a:off x="2201735" y="1280427"/>
            <a:ext cx="6625971" cy="230872"/>
            <a:chOff x="2201735" y="1280427"/>
            <a:chExt cx="6625971" cy="230872"/>
          </a:xfrm>
        </p:grpSpPr>
        <p:cxnSp>
          <p:nvCxnSpPr>
            <p:cNvPr id="62" name="Straight Arrow Connector 61"/>
            <p:cNvCxnSpPr/>
            <p:nvPr/>
          </p:nvCxnSpPr>
          <p:spPr>
            <a:xfrm>
              <a:off x="2247274" y="1397537"/>
              <a:ext cx="6538804" cy="0"/>
            </a:xfrm>
            <a:prstGeom prst="straightConnector1">
              <a:avLst/>
            </a:prstGeom>
            <a:ln w="28575" cap="rnd" cmpd="sng">
              <a:solidFill>
                <a:schemeClr val="tx1">
                  <a:lumMod val="65000"/>
                  <a:lumOff val="35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63" name="Picture 62" descr="CATO_PPT_elements-39.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01735" y="1280427"/>
              <a:ext cx="222911" cy="230872"/>
            </a:xfrm>
            <a:prstGeom prst="rect">
              <a:avLst/>
            </a:prstGeom>
          </p:spPr>
        </p:pic>
        <p:pic>
          <p:nvPicPr>
            <p:cNvPr id="64" name="Picture 63" descr="CATO_PPT_elements-39.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flipH="1">
              <a:off x="8610068" y="1284659"/>
              <a:ext cx="217638" cy="225411"/>
            </a:xfrm>
            <a:prstGeom prst="rect">
              <a:avLst/>
            </a:prstGeom>
          </p:spPr>
        </p:pic>
      </p:grpSp>
      <p:sp>
        <p:nvSpPr>
          <p:cNvPr id="28" name="Text Placeholder 2"/>
          <p:cNvSpPr>
            <a:spLocks noGrp="1"/>
          </p:cNvSpPr>
          <p:nvPr>
            <p:ph type="body" sz="quarter" idx="10"/>
          </p:nvPr>
        </p:nvSpPr>
        <p:spPr>
          <a:xfrm>
            <a:off x="663575" y="1728788"/>
            <a:ext cx="1500188" cy="1209675"/>
          </a:xfrm>
        </p:spPr>
        <p:txBody>
          <a:bodyPr/>
          <a:lstStyle>
            <a:lvl1pPr>
              <a:defRPr sz="1600">
                <a:solidFill>
                  <a:schemeClr val="accent1"/>
                </a:solidFill>
              </a:defRPr>
            </a:lvl1pPr>
          </a:lstStyle>
          <a:p>
            <a:pPr lvl="0"/>
            <a:r>
              <a:rPr lang="en-US" smtClean="0"/>
              <a:t>Click to edit Master text styles</a:t>
            </a:r>
          </a:p>
        </p:txBody>
      </p:sp>
      <p:sp>
        <p:nvSpPr>
          <p:cNvPr id="29" name="Text Placeholder 2"/>
          <p:cNvSpPr>
            <a:spLocks noGrp="1"/>
          </p:cNvSpPr>
          <p:nvPr>
            <p:ph type="body" sz="quarter" idx="11"/>
          </p:nvPr>
        </p:nvSpPr>
        <p:spPr>
          <a:xfrm>
            <a:off x="662074" y="3193873"/>
            <a:ext cx="1500188" cy="1209675"/>
          </a:xfrm>
        </p:spPr>
        <p:txBody>
          <a:bodyPr/>
          <a:lstStyle>
            <a:lvl1pPr>
              <a:defRPr sz="1600">
                <a:solidFill>
                  <a:schemeClr val="accent5"/>
                </a:solidFill>
              </a:defRPr>
            </a:lvl1pPr>
          </a:lstStyle>
          <a:p>
            <a:pPr lvl="0"/>
            <a:r>
              <a:rPr lang="en-US" smtClean="0"/>
              <a:t>Click to edit Master text styles</a:t>
            </a:r>
          </a:p>
        </p:txBody>
      </p:sp>
      <p:sp>
        <p:nvSpPr>
          <p:cNvPr id="30" name="Text Placeholder 2"/>
          <p:cNvSpPr>
            <a:spLocks noGrp="1"/>
          </p:cNvSpPr>
          <p:nvPr>
            <p:ph type="body" sz="quarter" idx="12"/>
          </p:nvPr>
        </p:nvSpPr>
        <p:spPr>
          <a:xfrm>
            <a:off x="660573" y="4686117"/>
            <a:ext cx="1500188" cy="1209675"/>
          </a:xfrm>
        </p:spPr>
        <p:txBody>
          <a:bodyPr/>
          <a:lstStyle>
            <a:lvl1pPr>
              <a:defRPr sz="1600">
                <a:solidFill>
                  <a:schemeClr val="accent3"/>
                </a:solidFill>
              </a:defRPr>
            </a:lvl1pPr>
          </a:lstStyle>
          <a:p>
            <a:pPr lvl="0"/>
            <a:r>
              <a:rPr lang="en-US" smtClean="0"/>
              <a:t>Click to edit Master text styles</a:t>
            </a:r>
          </a:p>
        </p:txBody>
      </p:sp>
      <p:sp>
        <p:nvSpPr>
          <p:cNvPr id="31" name="Text Placeholder 4"/>
          <p:cNvSpPr>
            <a:spLocks noGrp="1"/>
          </p:cNvSpPr>
          <p:nvPr>
            <p:ph type="body" sz="quarter" idx="13"/>
          </p:nvPr>
        </p:nvSpPr>
        <p:spPr>
          <a:xfrm>
            <a:off x="2320324" y="1765000"/>
            <a:ext cx="2035175" cy="1170337"/>
          </a:xfrm>
        </p:spPr>
        <p:txBody>
          <a:bodyPr/>
          <a:lstStyle>
            <a:lvl1pPr>
              <a:defRPr sz="1400"/>
            </a:lvl1pPr>
          </a:lstStyle>
          <a:p>
            <a:pPr lvl="0"/>
            <a:r>
              <a:rPr lang="en-US" smtClean="0"/>
              <a:t>Click to edit Master text styles</a:t>
            </a:r>
          </a:p>
        </p:txBody>
      </p:sp>
      <p:sp>
        <p:nvSpPr>
          <p:cNvPr id="32" name="Text Placeholder 4"/>
          <p:cNvSpPr>
            <a:spLocks noGrp="1"/>
          </p:cNvSpPr>
          <p:nvPr>
            <p:ph type="body" sz="quarter" idx="14"/>
          </p:nvPr>
        </p:nvSpPr>
        <p:spPr>
          <a:xfrm>
            <a:off x="4498846" y="1763499"/>
            <a:ext cx="2035175" cy="1170337"/>
          </a:xfrm>
        </p:spPr>
        <p:txBody>
          <a:bodyPr/>
          <a:lstStyle>
            <a:lvl1pPr>
              <a:defRPr sz="1400"/>
            </a:lvl1pPr>
          </a:lstStyle>
          <a:p>
            <a:pPr lvl="0"/>
            <a:r>
              <a:rPr lang="en-US" smtClean="0"/>
              <a:t>Click to edit Master text styles</a:t>
            </a:r>
          </a:p>
        </p:txBody>
      </p:sp>
      <p:sp>
        <p:nvSpPr>
          <p:cNvPr id="33" name="Text Placeholder 4"/>
          <p:cNvSpPr>
            <a:spLocks noGrp="1"/>
          </p:cNvSpPr>
          <p:nvPr>
            <p:ph type="body" sz="quarter" idx="15"/>
          </p:nvPr>
        </p:nvSpPr>
        <p:spPr>
          <a:xfrm>
            <a:off x="6688138" y="1772552"/>
            <a:ext cx="2035175" cy="1170337"/>
          </a:xfrm>
        </p:spPr>
        <p:txBody>
          <a:bodyPr/>
          <a:lstStyle>
            <a:lvl1pPr>
              <a:defRPr sz="1400"/>
            </a:lvl1pPr>
          </a:lstStyle>
          <a:p>
            <a:pPr lvl="0"/>
            <a:r>
              <a:rPr lang="en-US" smtClean="0"/>
              <a:t>Click to edit Master text styles</a:t>
            </a:r>
          </a:p>
        </p:txBody>
      </p:sp>
      <p:sp>
        <p:nvSpPr>
          <p:cNvPr id="34" name="Text Placeholder 4"/>
          <p:cNvSpPr>
            <a:spLocks noGrp="1"/>
          </p:cNvSpPr>
          <p:nvPr>
            <p:ph type="body" sz="quarter" idx="16"/>
          </p:nvPr>
        </p:nvSpPr>
        <p:spPr>
          <a:xfrm>
            <a:off x="2327876" y="3223429"/>
            <a:ext cx="2035175" cy="1170337"/>
          </a:xfrm>
        </p:spPr>
        <p:txBody>
          <a:bodyPr/>
          <a:lstStyle>
            <a:lvl1pPr>
              <a:defRPr sz="1400"/>
            </a:lvl1pPr>
          </a:lstStyle>
          <a:p>
            <a:pPr lvl="0"/>
            <a:r>
              <a:rPr lang="en-US" smtClean="0"/>
              <a:t>Click to edit Master text styles</a:t>
            </a:r>
          </a:p>
        </p:txBody>
      </p:sp>
      <p:sp>
        <p:nvSpPr>
          <p:cNvPr id="35" name="Text Placeholder 4"/>
          <p:cNvSpPr>
            <a:spLocks noGrp="1"/>
          </p:cNvSpPr>
          <p:nvPr>
            <p:ph type="body" sz="quarter" idx="17"/>
          </p:nvPr>
        </p:nvSpPr>
        <p:spPr>
          <a:xfrm>
            <a:off x="4506398" y="3221928"/>
            <a:ext cx="2035175" cy="1170337"/>
          </a:xfrm>
        </p:spPr>
        <p:txBody>
          <a:bodyPr/>
          <a:lstStyle>
            <a:lvl1pPr>
              <a:defRPr sz="1400"/>
            </a:lvl1pPr>
          </a:lstStyle>
          <a:p>
            <a:pPr lvl="0"/>
            <a:r>
              <a:rPr lang="en-US" smtClean="0"/>
              <a:t>Click to edit Master text styles</a:t>
            </a:r>
          </a:p>
        </p:txBody>
      </p:sp>
      <p:sp>
        <p:nvSpPr>
          <p:cNvPr id="36" name="Text Placeholder 4"/>
          <p:cNvSpPr>
            <a:spLocks noGrp="1"/>
          </p:cNvSpPr>
          <p:nvPr>
            <p:ph type="body" sz="quarter" idx="18"/>
          </p:nvPr>
        </p:nvSpPr>
        <p:spPr>
          <a:xfrm>
            <a:off x="6695690" y="3230981"/>
            <a:ext cx="2035175" cy="1170337"/>
          </a:xfrm>
        </p:spPr>
        <p:txBody>
          <a:bodyPr/>
          <a:lstStyle>
            <a:lvl1pPr>
              <a:defRPr sz="1400"/>
            </a:lvl1pPr>
          </a:lstStyle>
          <a:p>
            <a:pPr lvl="0"/>
            <a:r>
              <a:rPr lang="en-US" smtClean="0"/>
              <a:t>Click to edit Master text styles</a:t>
            </a:r>
          </a:p>
        </p:txBody>
      </p:sp>
      <p:sp>
        <p:nvSpPr>
          <p:cNvPr id="44" name="Text Placeholder 4"/>
          <p:cNvSpPr>
            <a:spLocks noGrp="1"/>
          </p:cNvSpPr>
          <p:nvPr>
            <p:ph type="body" sz="quarter" idx="19"/>
          </p:nvPr>
        </p:nvSpPr>
        <p:spPr>
          <a:xfrm>
            <a:off x="2327876" y="4722329"/>
            <a:ext cx="2035175" cy="1170337"/>
          </a:xfrm>
        </p:spPr>
        <p:txBody>
          <a:bodyPr/>
          <a:lstStyle>
            <a:lvl1pPr>
              <a:defRPr sz="1400"/>
            </a:lvl1pPr>
          </a:lstStyle>
          <a:p>
            <a:pPr lvl="0"/>
            <a:r>
              <a:rPr lang="en-US" smtClean="0"/>
              <a:t>Click to edit Master text styles</a:t>
            </a:r>
          </a:p>
        </p:txBody>
      </p:sp>
      <p:sp>
        <p:nvSpPr>
          <p:cNvPr id="45" name="Text Placeholder 4"/>
          <p:cNvSpPr>
            <a:spLocks noGrp="1"/>
          </p:cNvSpPr>
          <p:nvPr>
            <p:ph type="body" sz="quarter" idx="20"/>
          </p:nvPr>
        </p:nvSpPr>
        <p:spPr>
          <a:xfrm>
            <a:off x="4506398" y="4720828"/>
            <a:ext cx="2035175" cy="1170337"/>
          </a:xfrm>
        </p:spPr>
        <p:txBody>
          <a:bodyPr/>
          <a:lstStyle>
            <a:lvl1pPr>
              <a:defRPr sz="1400"/>
            </a:lvl1pPr>
          </a:lstStyle>
          <a:p>
            <a:pPr lvl="0"/>
            <a:r>
              <a:rPr lang="en-US" smtClean="0"/>
              <a:t>Click to edit Master text styles</a:t>
            </a:r>
          </a:p>
        </p:txBody>
      </p:sp>
      <p:sp>
        <p:nvSpPr>
          <p:cNvPr id="46" name="Text Placeholder 4"/>
          <p:cNvSpPr>
            <a:spLocks noGrp="1"/>
          </p:cNvSpPr>
          <p:nvPr>
            <p:ph type="body" sz="quarter" idx="21"/>
          </p:nvPr>
        </p:nvSpPr>
        <p:spPr>
          <a:xfrm>
            <a:off x="6695690" y="4729881"/>
            <a:ext cx="2035175" cy="1170337"/>
          </a:xfrm>
        </p:spPr>
        <p:txBody>
          <a:bodyPr/>
          <a:lstStyle>
            <a:lvl1pPr>
              <a:defRPr sz="1400"/>
            </a:lvl1pPr>
          </a:lstStyle>
          <a:p>
            <a:pPr lvl="0"/>
            <a:r>
              <a:rPr lang="en-US" smtClean="0"/>
              <a:t>Click to edit Master text styles</a:t>
            </a:r>
          </a:p>
        </p:txBody>
      </p:sp>
      <p:sp>
        <p:nvSpPr>
          <p:cNvPr id="47" name="Text Placeholder 6"/>
          <p:cNvSpPr>
            <a:spLocks noGrp="1"/>
          </p:cNvSpPr>
          <p:nvPr>
            <p:ph type="body" sz="quarter" idx="22"/>
          </p:nvPr>
        </p:nvSpPr>
        <p:spPr>
          <a:xfrm>
            <a:off x="2247274" y="1067489"/>
            <a:ext cx="2115777" cy="197236"/>
          </a:xfrm>
        </p:spPr>
        <p:txBody>
          <a:bodyPr/>
          <a:lstStyle>
            <a:lvl1pPr>
              <a:defRPr sz="1400" i="1"/>
            </a:lvl1pPr>
          </a:lstStyle>
          <a:p>
            <a:pPr lvl="0"/>
            <a:r>
              <a:rPr lang="en-US" smtClean="0"/>
              <a:t>Click to edit Master text styles</a:t>
            </a:r>
          </a:p>
        </p:txBody>
      </p:sp>
      <p:sp>
        <p:nvSpPr>
          <p:cNvPr id="48" name="Text Placeholder 6"/>
          <p:cNvSpPr>
            <a:spLocks noGrp="1"/>
          </p:cNvSpPr>
          <p:nvPr>
            <p:ph type="body" sz="quarter" idx="23"/>
          </p:nvPr>
        </p:nvSpPr>
        <p:spPr>
          <a:xfrm>
            <a:off x="7127309" y="1067489"/>
            <a:ext cx="2035175" cy="204788"/>
          </a:xfrm>
        </p:spPr>
        <p:txBody>
          <a:bodyPr/>
          <a:lstStyle>
            <a:lvl1pPr>
              <a:defRPr sz="1400" i="1"/>
            </a:lvl1pPr>
          </a:lstStyle>
          <a:p>
            <a:pPr lvl="0"/>
            <a:r>
              <a:rPr lang="en-US" smtClean="0"/>
              <a:t>Click to edit Master text styles</a:t>
            </a:r>
          </a:p>
        </p:txBody>
      </p:sp>
    </p:spTree>
    <p:extLst>
      <p:ext uri="{BB962C8B-B14F-4D97-AF65-F5344CB8AC3E}">
        <p14:creationId xmlns:p14="http://schemas.microsoft.com/office/powerpoint/2010/main" val="634201809"/>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rt 3x4">
    <p:bg>
      <p:bgPr>
        <a:solidFill>
          <a:schemeClr val="bg2"/>
        </a:solidFill>
        <a:effectLst/>
      </p:bgPr>
    </p:bg>
    <p:spTree>
      <p:nvGrpSpPr>
        <p:cNvPr id="1" name=""/>
        <p:cNvGrpSpPr/>
        <p:nvPr/>
      </p:nvGrpSpPr>
      <p:grpSpPr>
        <a:xfrm>
          <a:off x="0" y="0"/>
          <a:ext cx="0" cy="0"/>
          <a:chOff x="0" y="0"/>
          <a:chExt cx="0" cy="0"/>
        </a:xfrm>
      </p:grpSpPr>
      <p:pic>
        <p:nvPicPr>
          <p:cNvPr id="47" name="Picture 4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2" name="Content Placeholder 5"/>
          <p:cNvSpPr txBox="1">
            <a:spLocks/>
          </p:cNvSpPr>
          <p:nvPr userDrawn="1"/>
        </p:nvSpPr>
        <p:spPr bwMode="auto">
          <a:xfrm>
            <a:off x="357188" y="4563356"/>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5" name="Round Same Side Corner Rectangle 14"/>
          <p:cNvSpPr/>
          <p:nvPr userDrawn="1"/>
        </p:nvSpPr>
        <p:spPr>
          <a:xfrm rot="16200000">
            <a:off x="-220146" y="5143391"/>
            <a:ext cx="1337555"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Content Placeholder 5"/>
          <p:cNvSpPr txBox="1">
            <a:spLocks/>
          </p:cNvSpPr>
          <p:nvPr userDrawn="1"/>
        </p:nvSpPr>
        <p:spPr bwMode="auto">
          <a:xfrm>
            <a:off x="357188" y="3079388"/>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7" name="Content Placeholder 5"/>
          <p:cNvSpPr txBox="1">
            <a:spLocks/>
          </p:cNvSpPr>
          <p:nvPr userDrawn="1"/>
        </p:nvSpPr>
        <p:spPr bwMode="auto">
          <a:xfrm>
            <a:off x="357188" y="1597784"/>
            <a:ext cx="8428890" cy="1337553"/>
          </a:xfrm>
          <a:prstGeom prst="roundRect">
            <a:avLst>
              <a:gd name="adj" fmla="val 6666"/>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457200" tIns="137160" rIns="274320" bIns="13716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800" dirty="0"/>
          </a:p>
        </p:txBody>
      </p:sp>
      <p:sp>
        <p:nvSpPr>
          <p:cNvPr id="18" name="Round Same Side Corner Rectangle 17"/>
          <p:cNvSpPr/>
          <p:nvPr userDrawn="1"/>
        </p:nvSpPr>
        <p:spPr>
          <a:xfrm rot="16200000">
            <a:off x="-220145" y="2177818"/>
            <a:ext cx="1337553"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 Same Side Corner Rectangle 20"/>
          <p:cNvSpPr/>
          <p:nvPr userDrawn="1"/>
        </p:nvSpPr>
        <p:spPr>
          <a:xfrm rot="16200000">
            <a:off x="-220145" y="3659422"/>
            <a:ext cx="1337553"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p:cNvCxnSpPr/>
          <p:nvPr userDrawn="1"/>
        </p:nvCxnSpPr>
        <p:spPr>
          <a:xfrm flipV="1">
            <a:off x="2247274"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2247274"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2247274" y="1600482"/>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flipV="1">
            <a:off x="4423877" y="1600481"/>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flipV="1">
            <a:off x="6600268" y="1600481"/>
            <a:ext cx="0" cy="1337553"/>
          </a:xfrm>
          <a:prstGeom prst="line">
            <a:avLst/>
          </a:prstGeom>
          <a:ln w="9525" cmpd="sng">
            <a:gradFill flip="none" rotWithShape="1">
              <a:gsLst>
                <a:gs pos="0">
                  <a:schemeClr val="accent1"/>
                </a:gs>
                <a:gs pos="100000">
                  <a:schemeClr val="accent2"/>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flipV="1">
            <a:off x="4423877"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flipV="1">
            <a:off x="4423877"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flipV="1">
            <a:off x="6600268" y="4566054"/>
            <a:ext cx="0" cy="1337554"/>
          </a:xfrm>
          <a:prstGeom prst="line">
            <a:avLst/>
          </a:prstGeom>
          <a:ln w="9525" cmpd="sng">
            <a:gradFill flip="none" rotWithShape="1">
              <a:gsLst>
                <a:gs pos="0">
                  <a:schemeClr val="accent3"/>
                </a:gs>
                <a:gs pos="100000">
                  <a:schemeClr val="accent4"/>
                </a:gs>
              </a:gsLst>
              <a:lin ang="5400000" scaled="0"/>
              <a:tileRect/>
            </a:gra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flipV="1">
            <a:off x="6600268" y="3082086"/>
            <a:ext cx="0" cy="1337553"/>
          </a:xfrm>
          <a:prstGeom prst="line">
            <a:avLst/>
          </a:prstGeom>
          <a:ln w="9525" cmpd="sng">
            <a:gradFill flip="none" rotWithShape="1">
              <a:gsLst>
                <a:gs pos="0">
                  <a:schemeClr val="accent5"/>
                </a:gs>
                <a:gs pos="100000">
                  <a:schemeClr val="accent6"/>
                </a:gs>
              </a:gsLst>
              <a:lin ang="5400000" scaled="0"/>
              <a:tileRect/>
            </a:gradFill>
          </a:ln>
          <a:effectLst/>
        </p:spPr>
        <p:style>
          <a:lnRef idx="2">
            <a:schemeClr val="accent1"/>
          </a:lnRef>
          <a:fillRef idx="0">
            <a:schemeClr val="accent1"/>
          </a:fillRef>
          <a:effectRef idx="1">
            <a:schemeClr val="accent1"/>
          </a:effectRef>
          <a:fontRef idx="minor">
            <a:schemeClr val="tx1"/>
          </a:fontRef>
        </p:style>
      </p:cxnSp>
      <p:sp>
        <p:nvSpPr>
          <p:cNvPr id="3" name="Text Placeholder 2"/>
          <p:cNvSpPr>
            <a:spLocks noGrp="1"/>
          </p:cNvSpPr>
          <p:nvPr>
            <p:ph type="body" sz="quarter" idx="10"/>
          </p:nvPr>
        </p:nvSpPr>
        <p:spPr>
          <a:xfrm>
            <a:off x="663575" y="1728788"/>
            <a:ext cx="1500188" cy="1209675"/>
          </a:xfrm>
        </p:spPr>
        <p:txBody>
          <a:bodyPr/>
          <a:lstStyle>
            <a:lvl1pPr>
              <a:defRPr sz="1600">
                <a:solidFill>
                  <a:schemeClr val="accent1"/>
                </a:solidFill>
              </a:defRPr>
            </a:lvl1pPr>
          </a:lstStyle>
          <a:p>
            <a:pPr lvl="0"/>
            <a:r>
              <a:rPr lang="en-US" smtClean="0"/>
              <a:t>Click to edit Master text styles</a:t>
            </a:r>
          </a:p>
        </p:txBody>
      </p:sp>
      <p:sp>
        <p:nvSpPr>
          <p:cNvPr id="24" name="Text Placeholder 2"/>
          <p:cNvSpPr>
            <a:spLocks noGrp="1"/>
          </p:cNvSpPr>
          <p:nvPr>
            <p:ph type="body" sz="quarter" idx="11"/>
          </p:nvPr>
        </p:nvSpPr>
        <p:spPr>
          <a:xfrm>
            <a:off x="662074" y="3193873"/>
            <a:ext cx="1500188" cy="1209675"/>
          </a:xfrm>
        </p:spPr>
        <p:txBody>
          <a:bodyPr/>
          <a:lstStyle>
            <a:lvl1pPr>
              <a:defRPr sz="1600">
                <a:solidFill>
                  <a:schemeClr val="accent5"/>
                </a:solidFill>
              </a:defRPr>
            </a:lvl1pPr>
          </a:lstStyle>
          <a:p>
            <a:pPr lvl="0"/>
            <a:r>
              <a:rPr lang="en-US" smtClean="0"/>
              <a:t>Click to edit Master text styles</a:t>
            </a:r>
          </a:p>
        </p:txBody>
      </p:sp>
      <p:sp>
        <p:nvSpPr>
          <p:cNvPr id="25" name="Text Placeholder 2"/>
          <p:cNvSpPr>
            <a:spLocks noGrp="1"/>
          </p:cNvSpPr>
          <p:nvPr>
            <p:ph type="body" sz="quarter" idx="12"/>
          </p:nvPr>
        </p:nvSpPr>
        <p:spPr>
          <a:xfrm>
            <a:off x="660573" y="4686117"/>
            <a:ext cx="1500188" cy="1209675"/>
          </a:xfrm>
        </p:spPr>
        <p:txBody>
          <a:bodyPr/>
          <a:lstStyle>
            <a:lvl1pPr>
              <a:defRPr sz="1600">
                <a:solidFill>
                  <a:schemeClr val="accent3"/>
                </a:solidFill>
              </a:defRPr>
            </a:lvl1pPr>
          </a:lstStyle>
          <a:p>
            <a:pPr lvl="0"/>
            <a:r>
              <a:rPr lang="en-US" smtClean="0"/>
              <a:t>Click to edit Master text styles</a:t>
            </a:r>
          </a:p>
        </p:txBody>
      </p:sp>
      <p:sp>
        <p:nvSpPr>
          <p:cNvPr id="5" name="Text Placeholder 4"/>
          <p:cNvSpPr>
            <a:spLocks noGrp="1"/>
          </p:cNvSpPr>
          <p:nvPr>
            <p:ph type="body" sz="quarter" idx="13"/>
          </p:nvPr>
        </p:nvSpPr>
        <p:spPr>
          <a:xfrm>
            <a:off x="2320324" y="1765000"/>
            <a:ext cx="2035175" cy="1170337"/>
          </a:xfrm>
        </p:spPr>
        <p:txBody>
          <a:bodyPr/>
          <a:lstStyle>
            <a:lvl1pPr>
              <a:defRPr sz="1400"/>
            </a:lvl1pPr>
          </a:lstStyle>
          <a:p>
            <a:pPr lvl="0"/>
            <a:r>
              <a:rPr lang="en-US" smtClean="0"/>
              <a:t>Click to edit Master text styles</a:t>
            </a:r>
          </a:p>
        </p:txBody>
      </p:sp>
      <p:sp>
        <p:nvSpPr>
          <p:cNvPr id="29" name="Text Placeholder 4"/>
          <p:cNvSpPr>
            <a:spLocks noGrp="1"/>
          </p:cNvSpPr>
          <p:nvPr>
            <p:ph type="body" sz="quarter" idx="14"/>
          </p:nvPr>
        </p:nvSpPr>
        <p:spPr>
          <a:xfrm>
            <a:off x="4498846" y="1763499"/>
            <a:ext cx="2035175" cy="1170337"/>
          </a:xfrm>
        </p:spPr>
        <p:txBody>
          <a:bodyPr/>
          <a:lstStyle>
            <a:lvl1pPr>
              <a:defRPr sz="1400"/>
            </a:lvl1pPr>
          </a:lstStyle>
          <a:p>
            <a:pPr lvl="0"/>
            <a:r>
              <a:rPr lang="en-US" smtClean="0"/>
              <a:t>Click to edit Master text styles</a:t>
            </a:r>
          </a:p>
        </p:txBody>
      </p:sp>
      <p:sp>
        <p:nvSpPr>
          <p:cNvPr id="30" name="Text Placeholder 4"/>
          <p:cNvSpPr>
            <a:spLocks noGrp="1"/>
          </p:cNvSpPr>
          <p:nvPr>
            <p:ph type="body" sz="quarter" idx="15"/>
          </p:nvPr>
        </p:nvSpPr>
        <p:spPr>
          <a:xfrm>
            <a:off x="6688138" y="1772552"/>
            <a:ext cx="2035175" cy="1170337"/>
          </a:xfrm>
        </p:spPr>
        <p:txBody>
          <a:bodyPr/>
          <a:lstStyle>
            <a:lvl1pPr>
              <a:defRPr sz="1400"/>
            </a:lvl1pPr>
          </a:lstStyle>
          <a:p>
            <a:pPr lvl="0"/>
            <a:r>
              <a:rPr lang="en-US" smtClean="0"/>
              <a:t>Click to edit Master text styles</a:t>
            </a:r>
          </a:p>
        </p:txBody>
      </p:sp>
      <p:sp>
        <p:nvSpPr>
          <p:cNvPr id="31" name="Text Placeholder 4"/>
          <p:cNvSpPr>
            <a:spLocks noGrp="1"/>
          </p:cNvSpPr>
          <p:nvPr>
            <p:ph type="body" sz="quarter" idx="16"/>
          </p:nvPr>
        </p:nvSpPr>
        <p:spPr>
          <a:xfrm>
            <a:off x="2327876" y="3223429"/>
            <a:ext cx="2035175" cy="1170337"/>
          </a:xfrm>
        </p:spPr>
        <p:txBody>
          <a:bodyPr/>
          <a:lstStyle>
            <a:lvl1pPr>
              <a:defRPr sz="1400"/>
            </a:lvl1pPr>
          </a:lstStyle>
          <a:p>
            <a:pPr lvl="0"/>
            <a:r>
              <a:rPr lang="en-US" smtClean="0"/>
              <a:t>Click to edit Master text styles</a:t>
            </a:r>
          </a:p>
        </p:txBody>
      </p:sp>
      <p:sp>
        <p:nvSpPr>
          <p:cNvPr id="32" name="Text Placeholder 4"/>
          <p:cNvSpPr>
            <a:spLocks noGrp="1"/>
          </p:cNvSpPr>
          <p:nvPr>
            <p:ph type="body" sz="quarter" idx="17"/>
          </p:nvPr>
        </p:nvSpPr>
        <p:spPr>
          <a:xfrm>
            <a:off x="4506398" y="3221928"/>
            <a:ext cx="2035175" cy="1170337"/>
          </a:xfrm>
        </p:spPr>
        <p:txBody>
          <a:bodyPr/>
          <a:lstStyle>
            <a:lvl1pPr>
              <a:defRPr sz="1400"/>
            </a:lvl1pPr>
          </a:lstStyle>
          <a:p>
            <a:pPr lvl="0"/>
            <a:r>
              <a:rPr lang="en-US" smtClean="0"/>
              <a:t>Click to edit Master text styles</a:t>
            </a:r>
          </a:p>
        </p:txBody>
      </p:sp>
      <p:sp>
        <p:nvSpPr>
          <p:cNvPr id="33" name="Text Placeholder 4"/>
          <p:cNvSpPr>
            <a:spLocks noGrp="1"/>
          </p:cNvSpPr>
          <p:nvPr>
            <p:ph type="body" sz="quarter" idx="18"/>
          </p:nvPr>
        </p:nvSpPr>
        <p:spPr>
          <a:xfrm>
            <a:off x="6695690" y="3230981"/>
            <a:ext cx="2035175" cy="1170337"/>
          </a:xfrm>
        </p:spPr>
        <p:txBody>
          <a:bodyPr/>
          <a:lstStyle>
            <a:lvl1pPr>
              <a:defRPr sz="1400"/>
            </a:lvl1pPr>
          </a:lstStyle>
          <a:p>
            <a:pPr lvl="0"/>
            <a:r>
              <a:rPr lang="en-US" smtClean="0"/>
              <a:t>Click to edit Master text styles</a:t>
            </a:r>
          </a:p>
        </p:txBody>
      </p:sp>
      <p:sp>
        <p:nvSpPr>
          <p:cNvPr id="34" name="Text Placeholder 4"/>
          <p:cNvSpPr>
            <a:spLocks noGrp="1"/>
          </p:cNvSpPr>
          <p:nvPr>
            <p:ph type="body" sz="quarter" idx="19"/>
          </p:nvPr>
        </p:nvSpPr>
        <p:spPr>
          <a:xfrm>
            <a:off x="2327876" y="4722329"/>
            <a:ext cx="2035175" cy="1170337"/>
          </a:xfrm>
        </p:spPr>
        <p:txBody>
          <a:bodyPr/>
          <a:lstStyle>
            <a:lvl1pPr>
              <a:defRPr sz="1400"/>
            </a:lvl1pPr>
          </a:lstStyle>
          <a:p>
            <a:pPr lvl="0"/>
            <a:r>
              <a:rPr lang="en-US" smtClean="0"/>
              <a:t>Click to edit Master text styles</a:t>
            </a:r>
          </a:p>
        </p:txBody>
      </p:sp>
      <p:sp>
        <p:nvSpPr>
          <p:cNvPr id="35" name="Text Placeholder 4"/>
          <p:cNvSpPr>
            <a:spLocks noGrp="1"/>
          </p:cNvSpPr>
          <p:nvPr>
            <p:ph type="body" sz="quarter" idx="20"/>
          </p:nvPr>
        </p:nvSpPr>
        <p:spPr>
          <a:xfrm>
            <a:off x="4506398" y="4720828"/>
            <a:ext cx="2035175" cy="1170337"/>
          </a:xfrm>
        </p:spPr>
        <p:txBody>
          <a:bodyPr/>
          <a:lstStyle>
            <a:lvl1pPr>
              <a:defRPr sz="1400"/>
            </a:lvl1pPr>
          </a:lstStyle>
          <a:p>
            <a:pPr lvl="0"/>
            <a:r>
              <a:rPr lang="en-US" smtClean="0"/>
              <a:t>Click to edit Master text styles</a:t>
            </a:r>
          </a:p>
        </p:txBody>
      </p:sp>
      <p:sp>
        <p:nvSpPr>
          <p:cNvPr id="36" name="Text Placeholder 4"/>
          <p:cNvSpPr>
            <a:spLocks noGrp="1"/>
          </p:cNvSpPr>
          <p:nvPr>
            <p:ph type="body" sz="quarter" idx="21"/>
          </p:nvPr>
        </p:nvSpPr>
        <p:spPr>
          <a:xfrm>
            <a:off x="6695690" y="4729881"/>
            <a:ext cx="2035175" cy="1170337"/>
          </a:xfrm>
        </p:spPr>
        <p:txBody>
          <a:bodyPr/>
          <a:lstStyle>
            <a:lvl1pPr>
              <a:defRPr sz="1400"/>
            </a:lvl1pPr>
          </a:lstStyle>
          <a:p>
            <a:pPr lvl="0"/>
            <a:r>
              <a:rPr lang="en-US" smtClean="0"/>
              <a:t>Click to edit Master text styles</a:t>
            </a:r>
          </a:p>
        </p:txBody>
      </p:sp>
      <p:sp>
        <p:nvSpPr>
          <p:cNvPr id="44" name="Text Placeholder 6"/>
          <p:cNvSpPr>
            <a:spLocks noGrp="1"/>
          </p:cNvSpPr>
          <p:nvPr>
            <p:ph type="body" sz="quarter" idx="22"/>
          </p:nvPr>
        </p:nvSpPr>
        <p:spPr>
          <a:xfrm>
            <a:off x="2247274" y="1330026"/>
            <a:ext cx="2115777" cy="197236"/>
          </a:xfrm>
        </p:spPr>
        <p:txBody>
          <a:bodyPr/>
          <a:lstStyle>
            <a:lvl1pPr>
              <a:defRPr sz="1400" i="1"/>
            </a:lvl1pPr>
          </a:lstStyle>
          <a:p>
            <a:pPr lvl="0"/>
            <a:r>
              <a:rPr lang="en-US" smtClean="0"/>
              <a:t>Click to edit Master text styles</a:t>
            </a:r>
          </a:p>
        </p:txBody>
      </p:sp>
      <p:sp>
        <p:nvSpPr>
          <p:cNvPr id="45" name="Text Placeholder 6"/>
          <p:cNvSpPr>
            <a:spLocks noGrp="1"/>
          </p:cNvSpPr>
          <p:nvPr>
            <p:ph type="body" sz="quarter" idx="23"/>
          </p:nvPr>
        </p:nvSpPr>
        <p:spPr>
          <a:xfrm>
            <a:off x="4498846" y="1330026"/>
            <a:ext cx="2035175" cy="204788"/>
          </a:xfrm>
        </p:spPr>
        <p:txBody>
          <a:bodyPr/>
          <a:lstStyle>
            <a:lvl1pPr>
              <a:defRPr sz="1400" i="1"/>
            </a:lvl1pPr>
          </a:lstStyle>
          <a:p>
            <a:pPr lvl="0"/>
            <a:r>
              <a:rPr lang="en-US" smtClean="0"/>
              <a:t>Click to edit Master text styles</a:t>
            </a:r>
          </a:p>
        </p:txBody>
      </p:sp>
      <p:sp>
        <p:nvSpPr>
          <p:cNvPr id="46" name="Text Placeholder 6"/>
          <p:cNvSpPr>
            <a:spLocks noGrp="1"/>
          </p:cNvSpPr>
          <p:nvPr>
            <p:ph type="body" sz="quarter" idx="24"/>
          </p:nvPr>
        </p:nvSpPr>
        <p:spPr>
          <a:xfrm>
            <a:off x="6695690" y="1322474"/>
            <a:ext cx="2027623" cy="212340"/>
          </a:xfrm>
        </p:spPr>
        <p:txBody>
          <a:bodyPr/>
          <a:lstStyle>
            <a:lvl1pPr>
              <a:defRPr sz="1400" i="1"/>
            </a:lvl1pPr>
          </a:lstStyle>
          <a:p>
            <a:pPr lvl="0"/>
            <a:r>
              <a:rPr lang="en-US" smtClean="0"/>
              <a:t>Click to edit Master text styles</a:t>
            </a:r>
          </a:p>
        </p:txBody>
      </p:sp>
    </p:spTree>
    <p:extLst>
      <p:ext uri="{BB962C8B-B14F-4D97-AF65-F5344CB8AC3E}">
        <p14:creationId xmlns:p14="http://schemas.microsoft.com/office/powerpoint/2010/main" val="3445671487"/>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hart 3 sections">
    <p:bg>
      <p:bgPr>
        <a:solidFill>
          <a:schemeClr val="bg2"/>
        </a:solidFill>
        <a:effectLst/>
      </p:bgPr>
    </p:bg>
    <p:spTree>
      <p:nvGrpSpPr>
        <p:cNvPr id="1" name=""/>
        <p:cNvGrpSpPr/>
        <p:nvPr/>
      </p:nvGrpSpPr>
      <p:grpSpPr>
        <a:xfrm>
          <a:off x="0" y="0"/>
          <a:ext cx="0" cy="0"/>
          <a:chOff x="0" y="0"/>
          <a:chExt cx="0" cy="0"/>
        </a:xfrm>
      </p:grpSpPr>
      <p:pic>
        <p:nvPicPr>
          <p:cNvPr id="19" name="Picture 1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21" name="Rounded Rectangle 20"/>
          <p:cNvSpPr/>
          <p:nvPr userDrawn="1"/>
        </p:nvSpPr>
        <p:spPr>
          <a:xfrm>
            <a:off x="444708" y="2441563"/>
            <a:ext cx="8216647" cy="646405"/>
          </a:xfrm>
          <a:prstGeom prst="roundRect">
            <a:avLst>
              <a:gd name="adj" fmla="val 15046"/>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rgbClr val="6E6F71"/>
              </a:solidFill>
              <a:latin typeface="Calibri"/>
            </a:endParaRPr>
          </a:p>
          <a:p>
            <a:endParaRPr lang="en-US" dirty="0">
              <a:solidFill>
                <a:srgbClr val="6E6F71"/>
              </a:solidFill>
              <a:latin typeface="Calibri"/>
            </a:endParaRPr>
          </a:p>
          <a:p>
            <a:endParaRPr lang="en-US" dirty="0">
              <a:solidFill>
                <a:srgbClr val="6E6F71"/>
              </a:solidFill>
              <a:latin typeface="Calibri"/>
            </a:endParaRPr>
          </a:p>
        </p:txBody>
      </p:sp>
      <p:sp>
        <p:nvSpPr>
          <p:cNvPr id="22" name="Rounded Rectangle 21"/>
          <p:cNvSpPr/>
          <p:nvPr userDrawn="1"/>
        </p:nvSpPr>
        <p:spPr>
          <a:xfrm>
            <a:off x="444708" y="3193563"/>
            <a:ext cx="8216647" cy="646405"/>
          </a:xfrm>
          <a:prstGeom prst="roundRect">
            <a:avLst>
              <a:gd name="adj" fmla="val 12940"/>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rgbClr val="6E6F71"/>
              </a:solidFill>
              <a:latin typeface="Calibri"/>
            </a:endParaRPr>
          </a:p>
          <a:p>
            <a:endParaRPr lang="en-US" dirty="0">
              <a:solidFill>
                <a:srgbClr val="6E6F71"/>
              </a:solidFill>
              <a:latin typeface="Calibri"/>
            </a:endParaRPr>
          </a:p>
          <a:p>
            <a:endParaRPr lang="en-US" dirty="0">
              <a:solidFill>
                <a:srgbClr val="6E6F71"/>
              </a:solidFill>
              <a:latin typeface="Calibri"/>
            </a:endParaRPr>
          </a:p>
        </p:txBody>
      </p:sp>
      <p:sp>
        <p:nvSpPr>
          <p:cNvPr id="23" name="Rounded Rectangle 22"/>
          <p:cNvSpPr/>
          <p:nvPr userDrawn="1"/>
        </p:nvSpPr>
        <p:spPr>
          <a:xfrm>
            <a:off x="444708" y="3944607"/>
            <a:ext cx="8216647" cy="646405"/>
          </a:xfrm>
          <a:prstGeom prst="roundRect">
            <a:avLst>
              <a:gd name="adj" fmla="val 15112"/>
            </a:avLst>
          </a:pr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rgbClr val="6E6F71"/>
              </a:solidFill>
              <a:latin typeface="Calibri"/>
            </a:endParaRPr>
          </a:p>
          <a:p>
            <a:endParaRPr lang="en-US" dirty="0">
              <a:solidFill>
                <a:srgbClr val="6E6F71"/>
              </a:solidFill>
              <a:latin typeface="Calibri"/>
            </a:endParaRPr>
          </a:p>
          <a:p>
            <a:endParaRPr lang="en-US" dirty="0">
              <a:solidFill>
                <a:srgbClr val="6E6F71"/>
              </a:solidFill>
              <a:latin typeface="Calibri"/>
            </a:endParaRPr>
          </a:p>
        </p:txBody>
      </p:sp>
      <p:sp>
        <p:nvSpPr>
          <p:cNvPr id="24" name="Round Same Side Corner Rectangle 23"/>
          <p:cNvSpPr/>
          <p:nvPr userDrawn="1"/>
        </p:nvSpPr>
        <p:spPr>
          <a:xfrm rot="16200000">
            <a:off x="212945" y="4176369"/>
            <a:ext cx="646407" cy="182880"/>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ound Same Side Corner Rectangle 24"/>
          <p:cNvSpPr/>
          <p:nvPr userDrawn="1"/>
        </p:nvSpPr>
        <p:spPr>
          <a:xfrm rot="16200000">
            <a:off x="212945" y="3425324"/>
            <a:ext cx="646407" cy="182880"/>
          </a:xfrm>
          <a:prstGeom prst="round2SameRect">
            <a:avLst>
              <a:gd name="adj1" fmla="val 50000"/>
              <a:gd name="adj2" fmla="val 0"/>
            </a:avLst>
          </a:prstGeom>
          <a:gradFill>
            <a:gsLst>
              <a:gs pos="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 Same Side Corner Rectangle 25"/>
          <p:cNvSpPr/>
          <p:nvPr userDrawn="1"/>
        </p:nvSpPr>
        <p:spPr>
          <a:xfrm rot="16200000">
            <a:off x="212945" y="2673324"/>
            <a:ext cx="646407" cy="182880"/>
          </a:xfrm>
          <a:prstGeom prst="round2SameRect">
            <a:avLst>
              <a:gd name="adj1" fmla="val 50000"/>
              <a:gd name="adj2" fmla="val 0"/>
            </a:avLst>
          </a:prstGeom>
          <a:gradFill>
            <a:gsLst>
              <a:gs pos="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 Placeholder 2"/>
          <p:cNvSpPr>
            <a:spLocks noGrp="1"/>
          </p:cNvSpPr>
          <p:nvPr>
            <p:ph type="body" sz="quarter" idx="10"/>
          </p:nvPr>
        </p:nvSpPr>
        <p:spPr>
          <a:xfrm>
            <a:off x="756368" y="2583615"/>
            <a:ext cx="5507037" cy="387350"/>
          </a:xfrm>
        </p:spPr>
        <p:txBody>
          <a:bodyPr/>
          <a:lstStyle>
            <a:lvl1pPr>
              <a:defRPr sz="2400">
                <a:solidFill>
                  <a:schemeClr val="accent3"/>
                </a:solidFill>
              </a:defRPr>
            </a:lvl1pPr>
          </a:lstStyle>
          <a:p>
            <a:pPr lvl="0"/>
            <a:r>
              <a:rPr lang="en-US" smtClean="0"/>
              <a:t>Click to edit Master text styles</a:t>
            </a:r>
          </a:p>
        </p:txBody>
      </p:sp>
      <p:sp>
        <p:nvSpPr>
          <p:cNvPr id="16" name="Text Placeholder 2"/>
          <p:cNvSpPr>
            <a:spLocks noGrp="1"/>
          </p:cNvSpPr>
          <p:nvPr>
            <p:ph type="body" sz="quarter" idx="11"/>
          </p:nvPr>
        </p:nvSpPr>
        <p:spPr>
          <a:xfrm>
            <a:off x="756368" y="3348141"/>
            <a:ext cx="5507037" cy="387350"/>
          </a:xfrm>
        </p:spPr>
        <p:txBody>
          <a:bodyPr/>
          <a:lstStyle>
            <a:lvl1pPr>
              <a:defRPr sz="2400">
                <a:solidFill>
                  <a:schemeClr val="accent5"/>
                </a:solidFill>
              </a:defRPr>
            </a:lvl1pPr>
          </a:lstStyle>
          <a:p>
            <a:pPr lvl="0"/>
            <a:r>
              <a:rPr lang="en-US" smtClean="0"/>
              <a:t>Click to edit Master text styles</a:t>
            </a:r>
          </a:p>
        </p:txBody>
      </p:sp>
      <p:sp>
        <p:nvSpPr>
          <p:cNvPr id="17" name="Text Placeholder 2"/>
          <p:cNvSpPr>
            <a:spLocks noGrp="1"/>
          </p:cNvSpPr>
          <p:nvPr>
            <p:ph type="body" sz="quarter" idx="12"/>
          </p:nvPr>
        </p:nvSpPr>
        <p:spPr>
          <a:xfrm>
            <a:off x="756368" y="4086660"/>
            <a:ext cx="5507037" cy="387350"/>
          </a:xfrm>
        </p:spPr>
        <p:txBody>
          <a:bodyPr/>
          <a:lstStyle>
            <a:lvl1pPr>
              <a:defRPr sz="2400">
                <a:solidFill>
                  <a:schemeClr val="accent1"/>
                </a:solidFill>
              </a:defRPr>
            </a:lvl1pPr>
          </a:lstStyle>
          <a:p>
            <a:pPr lvl="0"/>
            <a:r>
              <a:rPr lang="en-US" smtClean="0"/>
              <a:t>Click to edit Master text styles</a:t>
            </a:r>
          </a:p>
        </p:txBody>
      </p:sp>
    </p:spTree>
    <p:extLst>
      <p:ext uri="{BB962C8B-B14F-4D97-AF65-F5344CB8AC3E}">
        <p14:creationId xmlns:p14="http://schemas.microsoft.com/office/powerpoint/2010/main" val="1259152653"/>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hart 5 sections">
    <p:bg>
      <p:bgPr>
        <a:solidFill>
          <a:schemeClr val="bg2"/>
        </a:solidFill>
        <a:effectLst/>
      </p:bgPr>
    </p:bg>
    <p:spTree>
      <p:nvGrpSpPr>
        <p:cNvPr id="1" name=""/>
        <p:cNvGrpSpPr/>
        <p:nvPr/>
      </p:nvGrpSpPr>
      <p:grpSpPr>
        <a:xfrm>
          <a:off x="0" y="0"/>
          <a:ext cx="0" cy="0"/>
          <a:chOff x="0" y="0"/>
          <a:chExt cx="0" cy="0"/>
        </a:xfrm>
      </p:grpSpPr>
      <p:pic>
        <p:nvPicPr>
          <p:cNvPr id="31" name="Picture 3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54" name="Content Placeholder 5"/>
          <p:cNvSpPr txBox="1">
            <a:spLocks/>
          </p:cNvSpPr>
          <p:nvPr userDrawn="1"/>
        </p:nvSpPr>
        <p:spPr bwMode="auto">
          <a:xfrm>
            <a:off x="465786" y="1285998"/>
            <a:ext cx="8341369" cy="586341"/>
          </a:xfrm>
          <a:prstGeom prst="roundRect">
            <a:avLst>
              <a:gd name="adj" fmla="val 16289"/>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0" rIns="182880" bIns="4572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1800" dirty="0">
              <a:solidFill>
                <a:srgbClr val="EF6F00"/>
              </a:solidFill>
            </a:endParaRP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33" name="Content Placeholder 5"/>
          <p:cNvSpPr txBox="1">
            <a:spLocks/>
          </p:cNvSpPr>
          <p:nvPr userDrawn="1"/>
        </p:nvSpPr>
        <p:spPr bwMode="auto">
          <a:xfrm>
            <a:off x="444708" y="2045785"/>
            <a:ext cx="8341369" cy="586341"/>
          </a:xfrm>
          <a:prstGeom prst="roundRect">
            <a:avLst>
              <a:gd name="adj" fmla="val 16289"/>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0" rIns="182880" bIns="4572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1800" dirty="0">
              <a:solidFill>
                <a:srgbClr val="EF6F00"/>
              </a:solidFill>
            </a:endParaRPr>
          </a:p>
        </p:txBody>
      </p:sp>
      <p:sp>
        <p:nvSpPr>
          <p:cNvPr id="34" name="Content Placeholder 5"/>
          <p:cNvSpPr txBox="1">
            <a:spLocks/>
          </p:cNvSpPr>
          <p:nvPr userDrawn="1"/>
        </p:nvSpPr>
        <p:spPr bwMode="auto">
          <a:xfrm>
            <a:off x="444708" y="2805565"/>
            <a:ext cx="8341369" cy="586341"/>
          </a:xfrm>
          <a:prstGeom prst="roundRect">
            <a:avLst>
              <a:gd name="adj" fmla="val 16289"/>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0" rIns="182880" bIns="4572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1800" dirty="0">
              <a:solidFill>
                <a:srgbClr val="EF6F00"/>
              </a:solidFill>
            </a:endParaRPr>
          </a:p>
        </p:txBody>
      </p:sp>
      <p:sp>
        <p:nvSpPr>
          <p:cNvPr id="35" name="Content Placeholder 5"/>
          <p:cNvSpPr txBox="1">
            <a:spLocks/>
          </p:cNvSpPr>
          <p:nvPr userDrawn="1"/>
        </p:nvSpPr>
        <p:spPr bwMode="auto">
          <a:xfrm>
            <a:off x="444708" y="3565345"/>
            <a:ext cx="8341369" cy="586341"/>
          </a:xfrm>
          <a:prstGeom prst="roundRect">
            <a:avLst>
              <a:gd name="adj" fmla="val 16289"/>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0" rIns="182880" bIns="4572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1800" dirty="0">
              <a:solidFill>
                <a:srgbClr val="EF6F00"/>
              </a:solidFill>
            </a:endParaRPr>
          </a:p>
        </p:txBody>
      </p:sp>
      <p:sp>
        <p:nvSpPr>
          <p:cNvPr id="36" name="Content Placeholder 5"/>
          <p:cNvSpPr txBox="1">
            <a:spLocks/>
          </p:cNvSpPr>
          <p:nvPr userDrawn="1"/>
        </p:nvSpPr>
        <p:spPr bwMode="auto">
          <a:xfrm>
            <a:off x="444708" y="4325122"/>
            <a:ext cx="8341369" cy="586341"/>
          </a:xfrm>
          <a:prstGeom prst="roundRect">
            <a:avLst>
              <a:gd name="adj" fmla="val 16289"/>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365760" tIns="0" rIns="182880" bIns="4572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000"/>
              </a:spcAft>
            </a:pPr>
            <a:endParaRPr lang="en-US" sz="1800" dirty="0">
              <a:solidFill>
                <a:srgbClr val="EF6F00"/>
              </a:solidFill>
            </a:endParaRPr>
          </a:p>
        </p:txBody>
      </p:sp>
      <p:sp>
        <p:nvSpPr>
          <p:cNvPr id="38" name="Round Same Side Corner Rectangle 37"/>
          <p:cNvSpPr/>
          <p:nvPr userDrawn="1"/>
        </p:nvSpPr>
        <p:spPr>
          <a:xfrm rot="16200000">
            <a:off x="242978" y="1487730"/>
            <a:ext cx="586343" cy="182881"/>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ound Same Side Corner Rectangle 38"/>
          <p:cNvSpPr/>
          <p:nvPr userDrawn="1"/>
        </p:nvSpPr>
        <p:spPr>
          <a:xfrm rot="16200000">
            <a:off x="242978" y="2247513"/>
            <a:ext cx="586343" cy="182881"/>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ound Same Side Corner Rectangle 39"/>
          <p:cNvSpPr/>
          <p:nvPr userDrawn="1"/>
        </p:nvSpPr>
        <p:spPr>
          <a:xfrm rot="16200000">
            <a:off x="242978" y="3007293"/>
            <a:ext cx="586343" cy="182881"/>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ound Same Side Corner Rectangle 41"/>
          <p:cNvSpPr/>
          <p:nvPr userDrawn="1"/>
        </p:nvSpPr>
        <p:spPr>
          <a:xfrm rot="16200000">
            <a:off x="242978" y="3767073"/>
            <a:ext cx="586343" cy="182881"/>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ound Same Side Corner Rectangle 42"/>
          <p:cNvSpPr/>
          <p:nvPr userDrawn="1"/>
        </p:nvSpPr>
        <p:spPr>
          <a:xfrm rot="16200000">
            <a:off x="242978" y="4526850"/>
            <a:ext cx="586343" cy="182881"/>
          </a:xfrm>
          <a:prstGeom prst="round2SameRect">
            <a:avLst>
              <a:gd name="adj1" fmla="val 50000"/>
              <a:gd name="adj2" fmla="val 0"/>
            </a:avLst>
          </a:prstGeom>
          <a:gradFill>
            <a:gsLst>
              <a:gs pos="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756368" y="1428228"/>
            <a:ext cx="5507037" cy="387350"/>
          </a:xfrm>
        </p:spPr>
        <p:txBody>
          <a:bodyPr/>
          <a:lstStyle>
            <a:lvl1pPr>
              <a:defRPr sz="1800">
                <a:solidFill>
                  <a:schemeClr val="accent1"/>
                </a:solidFill>
              </a:defRPr>
            </a:lvl1pPr>
          </a:lstStyle>
          <a:p>
            <a:pPr lvl="0"/>
            <a:r>
              <a:rPr lang="en-US" smtClean="0"/>
              <a:t>Click to edit Master text styles</a:t>
            </a:r>
          </a:p>
        </p:txBody>
      </p:sp>
      <p:sp>
        <p:nvSpPr>
          <p:cNvPr id="18" name="Text Placeholder 2"/>
          <p:cNvSpPr>
            <a:spLocks noGrp="1"/>
          </p:cNvSpPr>
          <p:nvPr>
            <p:ph type="body" sz="quarter" idx="11"/>
          </p:nvPr>
        </p:nvSpPr>
        <p:spPr>
          <a:xfrm>
            <a:off x="745930" y="2207910"/>
            <a:ext cx="5507037" cy="387350"/>
          </a:xfrm>
        </p:spPr>
        <p:txBody>
          <a:bodyPr/>
          <a:lstStyle>
            <a:lvl1pPr>
              <a:defRPr sz="1800">
                <a:solidFill>
                  <a:schemeClr val="accent1"/>
                </a:solidFill>
              </a:defRPr>
            </a:lvl1pPr>
          </a:lstStyle>
          <a:p>
            <a:pPr lvl="0"/>
            <a:r>
              <a:rPr lang="en-US" smtClean="0"/>
              <a:t>Click to edit Master text styles</a:t>
            </a:r>
          </a:p>
        </p:txBody>
      </p:sp>
      <p:sp>
        <p:nvSpPr>
          <p:cNvPr id="19" name="Text Placeholder 2"/>
          <p:cNvSpPr>
            <a:spLocks noGrp="1"/>
          </p:cNvSpPr>
          <p:nvPr>
            <p:ph type="body" sz="quarter" idx="12"/>
          </p:nvPr>
        </p:nvSpPr>
        <p:spPr>
          <a:xfrm>
            <a:off x="758456" y="2971014"/>
            <a:ext cx="5507037" cy="387350"/>
          </a:xfrm>
        </p:spPr>
        <p:txBody>
          <a:bodyPr/>
          <a:lstStyle>
            <a:lvl1pPr>
              <a:defRPr sz="1800">
                <a:solidFill>
                  <a:schemeClr val="accent1"/>
                </a:solidFill>
              </a:defRPr>
            </a:lvl1pPr>
          </a:lstStyle>
          <a:p>
            <a:pPr lvl="0"/>
            <a:r>
              <a:rPr lang="en-US" smtClean="0"/>
              <a:t>Click to edit Master text styles</a:t>
            </a:r>
          </a:p>
        </p:txBody>
      </p:sp>
      <p:sp>
        <p:nvSpPr>
          <p:cNvPr id="20" name="Text Placeholder 2"/>
          <p:cNvSpPr>
            <a:spLocks noGrp="1"/>
          </p:cNvSpPr>
          <p:nvPr>
            <p:ph type="body" sz="quarter" idx="13"/>
          </p:nvPr>
        </p:nvSpPr>
        <p:spPr>
          <a:xfrm>
            <a:off x="748018" y="3750696"/>
            <a:ext cx="5507037" cy="387350"/>
          </a:xfrm>
        </p:spPr>
        <p:txBody>
          <a:bodyPr/>
          <a:lstStyle>
            <a:lvl1pPr>
              <a:defRPr sz="1800">
                <a:solidFill>
                  <a:schemeClr val="accent1"/>
                </a:solidFill>
              </a:defRPr>
            </a:lvl1pPr>
          </a:lstStyle>
          <a:p>
            <a:pPr lvl="0"/>
            <a:r>
              <a:rPr lang="en-US" smtClean="0"/>
              <a:t>Click to edit Master text styles</a:t>
            </a:r>
          </a:p>
        </p:txBody>
      </p:sp>
      <p:sp>
        <p:nvSpPr>
          <p:cNvPr id="21" name="Text Placeholder 2"/>
          <p:cNvSpPr>
            <a:spLocks noGrp="1"/>
          </p:cNvSpPr>
          <p:nvPr>
            <p:ph type="body" sz="quarter" idx="14"/>
          </p:nvPr>
        </p:nvSpPr>
        <p:spPr>
          <a:xfrm>
            <a:off x="745930" y="4484705"/>
            <a:ext cx="5507037" cy="387350"/>
          </a:xfrm>
        </p:spPr>
        <p:txBody>
          <a:bodyPr/>
          <a:lstStyle>
            <a:lvl1pPr>
              <a:defRPr sz="1800">
                <a:solidFill>
                  <a:schemeClr val="accent1"/>
                </a:solidFill>
              </a:defRPr>
            </a:lvl1pPr>
          </a:lstStyle>
          <a:p>
            <a:pPr lvl="0"/>
            <a:r>
              <a:rPr lang="en-US" smtClean="0"/>
              <a:t>Click to edit Master text styles</a:t>
            </a:r>
          </a:p>
        </p:txBody>
      </p:sp>
      <p:sp>
        <p:nvSpPr>
          <p:cNvPr id="24" name="Text Placeholder 2"/>
          <p:cNvSpPr>
            <a:spLocks noGrp="1"/>
          </p:cNvSpPr>
          <p:nvPr>
            <p:ph type="body" sz="quarter" idx="15"/>
          </p:nvPr>
        </p:nvSpPr>
        <p:spPr>
          <a:xfrm>
            <a:off x="6436290" y="1430316"/>
            <a:ext cx="2129360" cy="387350"/>
          </a:xfrm>
        </p:spPr>
        <p:txBody>
          <a:bodyPr/>
          <a:lstStyle>
            <a:lvl1pPr>
              <a:defRPr sz="1800">
                <a:solidFill>
                  <a:schemeClr val="tx1">
                    <a:lumMod val="50000"/>
                    <a:lumOff val="50000"/>
                  </a:schemeClr>
                </a:solidFill>
              </a:defRPr>
            </a:lvl1pPr>
          </a:lstStyle>
          <a:p>
            <a:pPr lvl="0"/>
            <a:r>
              <a:rPr lang="en-US" smtClean="0"/>
              <a:t>Click to edit Master text styles</a:t>
            </a:r>
          </a:p>
        </p:txBody>
      </p:sp>
      <p:sp>
        <p:nvSpPr>
          <p:cNvPr id="25" name="Text Placeholder 2"/>
          <p:cNvSpPr>
            <a:spLocks noGrp="1"/>
          </p:cNvSpPr>
          <p:nvPr>
            <p:ph type="body" sz="quarter" idx="16"/>
          </p:nvPr>
        </p:nvSpPr>
        <p:spPr>
          <a:xfrm>
            <a:off x="6425852" y="2209998"/>
            <a:ext cx="2129360" cy="387350"/>
          </a:xfrm>
        </p:spPr>
        <p:txBody>
          <a:bodyPr/>
          <a:lstStyle>
            <a:lvl1pPr>
              <a:defRPr sz="1800">
                <a:solidFill>
                  <a:schemeClr val="tx1">
                    <a:lumMod val="50000"/>
                    <a:lumOff val="50000"/>
                  </a:schemeClr>
                </a:solidFill>
              </a:defRPr>
            </a:lvl1pPr>
          </a:lstStyle>
          <a:p>
            <a:pPr lvl="0"/>
            <a:r>
              <a:rPr lang="en-US" smtClean="0"/>
              <a:t>Click to edit Master text styles</a:t>
            </a:r>
          </a:p>
        </p:txBody>
      </p:sp>
      <p:sp>
        <p:nvSpPr>
          <p:cNvPr id="26" name="Text Placeholder 2"/>
          <p:cNvSpPr>
            <a:spLocks noGrp="1"/>
          </p:cNvSpPr>
          <p:nvPr>
            <p:ph type="body" sz="quarter" idx="17"/>
          </p:nvPr>
        </p:nvSpPr>
        <p:spPr>
          <a:xfrm>
            <a:off x="6438378" y="2973102"/>
            <a:ext cx="2129360" cy="387350"/>
          </a:xfrm>
        </p:spPr>
        <p:txBody>
          <a:bodyPr/>
          <a:lstStyle>
            <a:lvl1pPr>
              <a:defRPr sz="1800">
                <a:solidFill>
                  <a:schemeClr val="tx1">
                    <a:lumMod val="50000"/>
                    <a:lumOff val="50000"/>
                  </a:schemeClr>
                </a:solidFill>
              </a:defRPr>
            </a:lvl1pPr>
          </a:lstStyle>
          <a:p>
            <a:pPr lvl="0"/>
            <a:r>
              <a:rPr lang="en-US" smtClean="0"/>
              <a:t>Click to edit Master text styles</a:t>
            </a:r>
          </a:p>
        </p:txBody>
      </p:sp>
      <p:sp>
        <p:nvSpPr>
          <p:cNvPr id="27" name="Text Placeholder 2"/>
          <p:cNvSpPr>
            <a:spLocks noGrp="1"/>
          </p:cNvSpPr>
          <p:nvPr>
            <p:ph type="body" sz="quarter" idx="18"/>
          </p:nvPr>
        </p:nvSpPr>
        <p:spPr>
          <a:xfrm>
            <a:off x="6427940" y="3752784"/>
            <a:ext cx="2129360" cy="387350"/>
          </a:xfrm>
        </p:spPr>
        <p:txBody>
          <a:bodyPr/>
          <a:lstStyle>
            <a:lvl1pPr>
              <a:defRPr sz="1800">
                <a:solidFill>
                  <a:schemeClr val="tx1">
                    <a:lumMod val="50000"/>
                    <a:lumOff val="50000"/>
                  </a:schemeClr>
                </a:solidFill>
              </a:defRPr>
            </a:lvl1pPr>
          </a:lstStyle>
          <a:p>
            <a:pPr lvl="0"/>
            <a:r>
              <a:rPr lang="en-US" smtClean="0"/>
              <a:t>Click to edit Master text styles</a:t>
            </a:r>
          </a:p>
        </p:txBody>
      </p:sp>
      <p:sp>
        <p:nvSpPr>
          <p:cNvPr id="28" name="Text Placeholder 2"/>
          <p:cNvSpPr>
            <a:spLocks noGrp="1"/>
          </p:cNvSpPr>
          <p:nvPr>
            <p:ph type="body" sz="quarter" idx="19"/>
          </p:nvPr>
        </p:nvSpPr>
        <p:spPr>
          <a:xfrm>
            <a:off x="6425852" y="4486793"/>
            <a:ext cx="2129360" cy="387350"/>
          </a:xfrm>
        </p:spPr>
        <p:txBody>
          <a:bodyPr/>
          <a:lstStyle>
            <a:lvl1pPr>
              <a:defRPr sz="1800">
                <a:solidFill>
                  <a:schemeClr val="tx1">
                    <a:lumMod val="50000"/>
                    <a:lumOff val="50000"/>
                  </a:schemeClr>
                </a:solidFill>
              </a:defRPr>
            </a:lvl1pPr>
          </a:lstStyle>
          <a:p>
            <a:pPr lvl="0"/>
            <a:r>
              <a:rPr lang="en-US" smtClean="0"/>
              <a:t>Click to edit Master text styles</a:t>
            </a:r>
          </a:p>
        </p:txBody>
      </p:sp>
    </p:spTree>
    <p:extLst>
      <p:ext uri="{BB962C8B-B14F-4D97-AF65-F5344CB8AC3E}">
        <p14:creationId xmlns:p14="http://schemas.microsoft.com/office/powerpoint/2010/main" val="2578577741"/>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hart 4 color block section + text ">
    <p:bg>
      <p:bgPr>
        <a:solidFill>
          <a:schemeClr val="bg2"/>
        </a:solidFill>
        <a:effectLst/>
      </p:bgPr>
    </p:bg>
    <p:spTree>
      <p:nvGrpSpPr>
        <p:cNvPr id="1" name=""/>
        <p:cNvGrpSpPr/>
        <p:nvPr/>
      </p:nvGrpSpPr>
      <p:grpSpPr>
        <a:xfrm>
          <a:off x="0" y="0"/>
          <a:ext cx="0" cy="0"/>
          <a:chOff x="0" y="0"/>
          <a:chExt cx="0" cy="0"/>
        </a:xfrm>
      </p:grpSpPr>
      <p:pic>
        <p:nvPicPr>
          <p:cNvPr id="31" name="Picture 30"/>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33" name="Content Placeholder 5"/>
          <p:cNvSpPr txBox="1">
            <a:spLocks/>
          </p:cNvSpPr>
          <p:nvPr userDrawn="1"/>
        </p:nvSpPr>
        <p:spPr bwMode="auto">
          <a:xfrm>
            <a:off x="371572" y="1681878"/>
            <a:ext cx="8428890" cy="948883"/>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400" dirty="0"/>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16" name="Round Same Side Corner Rectangle 15"/>
          <p:cNvSpPr/>
          <p:nvPr userDrawn="1"/>
        </p:nvSpPr>
        <p:spPr>
          <a:xfrm>
            <a:off x="4009697" y="1817929"/>
            <a:ext cx="4646330" cy="137160"/>
          </a:xfrm>
          <a:prstGeom prst="round2SameRect">
            <a:avLst>
              <a:gd name="adj1" fmla="val 50000"/>
              <a:gd name="adj2" fmla="val 0"/>
            </a:avLst>
          </a:prstGeom>
          <a:gradFill>
            <a:gsLst>
              <a:gs pos="0">
                <a:schemeClr val="accent1"/>
              </a:gs>
              <a:gs pos="100000">
                <a:schemeClr val="accent2"/>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6"/>
          <p:cNvSpPr/>
          <p:nvPr userDrawn="1"/>
        </p:nvSpPr>
        <p:spPr>
          <a:xfrm>
            <a:off x="4009697" y="1817930"/>
            <a:ext cx="4646330" cy="676780"/>
          </a:xfrm>
          <a:prstGeom prst="roundRect">
            <a:avLst>
              <a:gd name="adj" fmla="val 7950"/>
            </a:avLst>
          </a:prstGeom>
          <a:noFill/>
          <a:ln w="12700" cmpd="sng">
            <a:gradFill flip="none" rotWithShape="1">
              <a:gsLst>
                <a:gs pos="80000">
                  <a:schemeClr val="accent1"/>
                </a:gs>
                <a:gs pos="100000">
                  <a:schemeClr val="accent2"/>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nchorCtr="0"/>
          <a:lstStyle/>
          <a:p>
            <a:endParaRPr lang="en-US" sz="1100" dirty="0">
              <a:solidFill>
                <a:schemeClr val="bg1"/>
              </a:solidFill>
              <a:latin typeface="Calibri"/>
              <a:cs typeface="Calibri"/>
            </a:endParaRPr>
          </a:p>
        </p:txBody>
      </p:sp>
      <p:sp>
        <p:nvSpPr>
          <p:cNvPr id="18" name="Content Placeholder 5"/>
          <p:cNvSpPr txBox="1">
            <a:spLocks/>
          </p:cNvSpPr>
          <p:nvPr userDrawn="1"/>
        </p:nvSpPr>
        <p:spPr bwMode="auto">
          <a:xfrm>
            <a:off x="357188" y="2800660"/>
            <a:ext cx="8428890" cy="948883"/>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400" dirty="0"/>
          </a:p>
        </p:txBody>
      </p:sp>
      <p:sp>
        <p:nvSpPr>
          <p:cNvPr id="19" name="Round Same Side Corner Rectangle 18"/>
          <p:cNvSpPr/>
          <p:nvPr userDrawn="1"/>
        </p:nvSpPr>
        <p:spPr>
          <a:xfrm>
            <a:off x="4009697" y="2940250"/>
            <a:ext cx="4646330" cy="137160"/>
          </a:xfrm>
          <a:prstGeom prst="round2SameRect">
            <a:avLst>
              <a:gd name="adj1" fmla="val 50000"/>
              <a:gd name="adj2" fmla="val 0"/>
            </a:avLst>
          </a:prstGeom>
          <a:gradFill>
            <a:gsLst>
              <a:gs pos="0">
                <a:schemeClr val="accent5"/>
              </a:gs>
              <a:gs pos="100000">
                <a:schemeClr val="accent6"/>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ounded Rectangle 19"/>
          <p:cNvSpPr/>
          <p:nvPr userDrawn="1"/>
        </p:nvSpPr>
        <p:spPr>
          <a:xfrm>
            <a:off x="4009697" y="2940251"/>
            <a:ext cx="4646330" cy="676780"/>
          </a:xfrm>
          <a:prstGeom prst="roundRect">
            <a:avLst>
              <a:gd name="adj" fmla="val 7950"/>
            </a:avLst>
          </a:prstGeom>
          <a:noFill/>
          <a:ln w="12700" cmpd="sng">
            <a:gradFill flip="none" rotWithShape="1">
              <a:gsLst>
                <a:gs pos="80000">
                  <a:schemeClr val="accent5"/>
                </a:gs>
                <a:gs pos="100000">
                  <a:schemeClr val="accent6"/>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nchorCtr="0"/>
          <a:lstStyle/>
          <a:p>
            <a:endParaRPr lang="en-US" sz="1100" dirty="0">
              <a:solidFill>
                <a:schemeClr val="bg1"/>
              </a:solidFill>
              <a:latin typeface="Calibri"/>
              <a:cs typeface="Calibri"/>
            </a:endParaRPr>
          </a:p>
        </p:txBody>
      </p:sp>
      <p:sp>
        <p:nvSpPr>
          <p:cNvPr id="21" name="Content Placeholder 5"/>
          <p:cNvSpPr txBox="1">
            <a:spLocks/>
          </p:cNvSpPr>
          <p:nvPr userDrawn="1"/>
        </p:nvSpPr>
        <p:spPr bwMode="auto">
          <a:xfrm>
            <a:off x="357188" y="3922981"/>
            <a:ext cx="8428890" cy="948883"/>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400" dirty="0"/>
          </a:p>
        </p:txBody>
      </p:sp>
      <p:sp>
        <p:nvSpPr>
          <p:cNvPr id="22" name="Round Same Side Corner Rectangle 21"/>
          <p:cNvSpPr/>
          <p:nvPr userDrawn="1"/>
        </p:nvSpPr>
        <p:spPr>
          <a:xfrm>
            <a:off x="4009697" y="4062571"/>
            <a:ext cx="4646330" cy="137160"/>
          </a:xfrm>
          <a:prstGeom prst="round2SameRect">
            <a:avLst>
              <a:gd name="adj1" fmla="val 50000"/>
              <a:gd name="adj2" fmla="val 0"/>
            </a:avLst>
          </a:prstGeom>
          <a:gradFill>
            <a:gsLst>
              <a:gs pos="0">
                <a:schemeClr val="accent3"/>
              </a:gs>
              <a:gs pos="100000">
                <a:schemeClr val="accent4"/>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4009697" y="4062572"/>
            <a:ext cx="4646330" cy="676780"/>
          </a:xfrm>
          <a:prstGeom prst="roundRect">
            <a:avLst>
              <a:gd name="adj" fmla="val 7950"/>
            </a:avLst>
          </a:prstGeom>
          <a:noFill/>
          <a:ln w="12700" cmpd="sng">
            <a:gradFill flip="none" rotWithShape="1">
              <a:gsLst>
                <a:gs pos="80000">
                  <a:schemeClr val="accent3"/>
                </a:gs>
                <a:gs pos="100000">
                  <a:schemeClr val="accent4"/>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nchorCtr="0"/>
          <a:lstStyle/>
          <a:p>
            <a:endParaRPr lang="en-US" sz="1100" dirty="0">
              <a:solidFill>
                <a:schemeClr val="bg1"/>
              </a:solidFill>
              <a:latin typeface="Calibri"/>
              <a:cs typeface="Calibri"/>
            </a:endParaRPr>
          </a:p>
        </p:txBody>
      </p:sp>
      <p:sp>
        <p:nvSpPr>
          <p:cNvPr id="24" name="Content Placeholder 5"/>
          <p:cNvSpPr txBox="1">
            <a:spLocks/>
          </p:cNvSpPr>
          <p:nvPr userDrawn="1"/>
        </p:nvSpPr>
        <p:spPr bwMode="auto">
          <a:xfrm>
            <a:off x="357188" y="5045302"/>
            <a:ext cx="8428890" cy="948883"/>
          </a:xfrm>
          <a:prstGeom prst="roundRect">
            <a:avLst>
              <a:gd name="adj" fmla="val 10034"/>
            </a:avLst>
          </a:prstGeom>
          <a:solidFill>
            <a:srgbClr val="FFFFFF"/>
          </a:solidFill>
          <a:ln>
            <a:solidFill>
              <a:srgbClr val="F2F2F2">
                <a:alpha val="0"/>
              </a:srgbClr>
            </a:solidFill>
          </a:ln>
          <a:extLst>
            <a:ext uri="{FAA26D3D-D897-4be2-8F04-BA451C77F1D7}">
              <ma14:placeholderFlag xmlns:ma14="http://schemas.microsoft.com/office/mac/drawingml/2011/main" xmlns="" val="1"/>
            </a:ext>
          </a:extLst>
        </p:spPr>
        <p:txBody>
          <a:bodyPr vert="horz" wrap="square" lIns="182880" tIns="137160" rIns="182880" bIns="182880" numCol="1" anchor="ctr" anchorCtr="0" compatLnSpc="1">
            <a:prstTxWarp prst="textNoShape">
              <a:avLst/>
            </a:prstTxWarp>
          </a:bodyPr>
          <a:lstStyle>
            <a:lvl1pPr marL="0" indent="0" algn="l" rtl="0" eaLnBrk="1" fontAlgn="base" hangingPunct="1">
              <a:spcBef>
                <a:spcPct val="0"/>
              </a:spcBef>
              <a:spcAft>
                <a:spcPts val="800"/>
              </a:spcAft>
              <a:buFont typeface="Arial" charset="0"/>
              <a:defRPr sz="2000" b="0" kern="1200">
                <a:ln>
                  <a:noFill/>
                </a:ln>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ln>
                  <a:noFill/>
                </a:ln>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ln>
                  <a:noFill/>
                </a:ln>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ln>
                  <a:noFill/>
                </a:ln>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ln>
                  <a:noFill/>
                </a:ln>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endParaRPr lang="en-US" sz="1400" dirty="0"/>
          </a:p>
        </p:txBody>
      </p:sp>
      <p:sp>
        <p:nvSpPr>
          <p:cNvPr id="25" name="Round Same Side Corner Rectangle 24"/>
          <p:cNvSpPr/>
          <p:nvPr userDrawn="1"/>
        </p:nvSpPr>
        <p:spPr>
          <a:xfrm>
            <a:off x="4009697" y="5184892"/>
            <a:ext cx="4646330" cy="137160"/>
          </a:xfrm>
          <a:prstGeom prst="round2SameRect">
            <a:avLst>
              <a:gd name="adj1" fmla="val 50000"/>
              <a:gd name="adj2" fmla="val 0"/>
            </a:avLst>
          </a:prstGeom>
          <a:gradFill>
            <a:gsLst>
              <a:gs pos="0">
                <a:srgbClr val="81017E"/>
              </a:gs>
              <a:gs pos="100000">
                <a:srgbClr val="DA008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4009697" y="5184893"/>
            <a:ext cx="4646330" cy="676780"/>
          </a:xfrm>
          <a:prstGeom prst="roundRect">
            <a:avLst>
              <a:gd name="adj" fmla="val 7950"/>
            </a:avLst>
          </a:prstGeom>
          <a:noFill/>
          <a:ln w="12700" cmpd="sng">
            <a:gradFill flip="none" rotWithShape="1">
              <a:gsLst>
                <a:gs pos="80000">
                  <a:srgbClr val="81017E"/>
                </a:gs>
                <a:gs pos="100000">
                  <a:srgbClr val="DA0081"/>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nchorCtr="0"/>
          <a:lstStyle/>
          <a:p>
            <a:endParaRPr lang="en-US" sz="1100" dirty="0">
              <a:solidFill>
                <a:schemeClr val="bg1"/>
              </a:solidFill>
              <a:latin typeface="Calibri"/>
              <a:cs typeface="Calibri"/>
            </a:endParaRPr>
          </a:p>
        </p:txBody>
      </p:sp>
      <p:sp>
        <p:nvSpPr>
          <p:cNvPr id="3" name="Text Placeholder 2"/>
          <p:cNvSpPr>
            <a:spLocks noGrp="1"/>
          </p:cNvSpPr>
          <p:nvPr>
            <p:ph type="body" sz="quarter" idx="10"/>
          </p:nvPr>
        </p:nvSpPr>
        <p:spPr>
          <a:xfrm>
            <a:off x="4092575" y="2027238"/>
            <a:ext cx="4475163" cy="466725"/>
          </a:xfrm>
        </p:spPr>
        <p:txBody>
          <a:bodyPr/>
          <a:lstStyle>
            <a:lvl1pPr algn="ctr">
              <a:defRPr sz="1800">
                <a:solidFill>
                  <a:schemeClr val="accent1"/>
                </a:solidFill>
              </a:defRPr>
            </a:lvl1pPr>
          </a:lstStyle>
          <a:p>
            <a:pPr lvl="0"/>
            <a:r>
              <a:rPr lang="en-US" smtClean="0"/>
              <a:t>Click to edit Master text styles</a:t>
            </a:r>
          </a:p>
        </p:txBody>
      </p:sp>
      <p:sp>
        <p:nvSpPr>
          <p:cNvPr id="28" name="Text Placeholder 2"/>
          <p:cNvSpPr>
            <a:spLocks noGrp="1"/>
          </p:cNvSpPr>
          <p:nvPr>
            <p:ph type="body" sz="quarter" idx="11"/>
          </p:nvPr>
        </p:nvSpPr>
        <p:spPr>
          <a:xfrm>
            <a:off x="4091074" y="3157362"/>
            <a:ext cx="4475163" cy="466725"/>
          </a:xfrm>
        </p:spPr>
        <p:txBody>
          <a:bodyPr/>
          <a:lstStyle>
            <a:lvl1pPr algn="ctr">
              <a:defRPr sz="1800">
                <a:solidFill>
                  <a:schemeClr val="accent5"/>
                </a:solidFill>
              </a:defRPr>
            </a:lvl1pPr>
          </a:lstStyle>
          <a:p>
            <a:pPr lvl="0"/>
            <a:r>
              <a:rPr lang="en-US" smtClean="0"/>
              <a:t>Click to edit Master text styles</a:t>
            </a:r>
          </a:p>
        </p:txBody>
      </p:sp>
      <p:sp>
        <p:nvSpPr>
          <p:cNvPr id="29" name="Text Placeholder 2"/>
          <p:cNvSpPr>
            <a:spLocks noGrp="1"/>
          </p:cNvSpPr>
          <p:nvPr>
            <p:ph type="body" sz="quarter" idx="12"/>
          </p:nvPr>
        </p:nvSpPr>
        <p:spPr>
          <a:xfrm>
            <a:off x="4091074" y="4261828"/>
            <a:ext cx="4475163" cy="466725"/>
          </a:xfrm>
        </p:spPr>
        <p:txBody>
          <a:bodyPr/>
          <a:lstStyle>
            <a:lvl1pPr algn="ctr">
              <a:defRPr sz="1800">
                <a:solidFill>
                  <a:schemeClr val="accent3"/>
                </a:solidFill>
              </a:defRPr>
            </a:lvl1pPr>
          </a:lstStyle>
          <a:p>
            <a:pPr lvl="0"/>
            <a:r>
              <a:rPr lang="en-US" smtClean="0"/>
              <a:t>Click to edit Master text styles</a:t>
            </a:r>
          </a:p>
        </p:txBody>
      </p:sp>
      <p:sp>
        <p:nvSpPr>
          <p:cNvPr id="30" name="Text Placeholder 2"/>
          <p:cNvSpPr>
            <a:spLocks noGrp="1"/>
          </p:cNvSpPr>
          <p:nvPr>
            <p:ph type="body" sz="quarter" idx="13"/>
          </p:nvPr>
        </p:nvSpPr>
        <p:spPr>
          <a:xfrm>
            <a:off x="4089573" y="5391952"/>
            <a:ext cx="4475163" cy="466725"/>
          </a:xfrm>
        </p:spPr>
        <p:txBody>
          <a:bodyPr/>
          <a:lstStyle>
            <a:lvl1pPr algn="ctr">
              <a:defRPr sz="1800">
                <a:solidFill>
                  <a:srgbClr val="7030A0"/>
                </a:solidFill>
              </a:defRPr>
            </a:lvl1pPr>
          </a:lstStyle>
          <a:p>
            <a:pPr lvl="0"/>
            <a:r>
              <a:rPr lang="en-US" smtClean="0"/>
              <a:t>Click to edit Master text styles</a:t>
            </a:r>
          </a:p>
        </p:txBody>
      </p:sp>
      <p:sp>
        <p:nvSpPr>
          <p:cNvPr id="5" name="Text Placeholder 4"/>
          <p:cNvSpPr>
            <a:spLocks noGrp="1"/>
          </p:cNvSpPr>
          <p:nvPr>
            <p:ph type="body" sz="quarter" idx="14"/>
          </p:nvPr>
        </p:nvSpPr>
        <p:spPr>
          <a:xfrm>
            <a:off x="563563" y="1817688"/>
            <a:ext cx="3284537" cy="813073"/>
          </a:xfrm>
        </p:spPr>
        <p:txBody>
          <a:bodyPr/>
          <a:lstStyle>
            <a:lvl1pPr>
              <a:defRPr sz="1600">
                <a:solidFill>
                  <a:schemeClr val="accent1"/>
                </a:solidFill>
              </a:defRPr>
            </a:lvl1pPr>
            <a:lvl2pPr>
              <a:defRPr sz="1400"/>
            </a:lvl2pPr>
          </a:lstStyle>
          <a:p>
            <a:pPr lvl="0"/>
            <a:r>
              <a:rPr lang="en-US" smtClean="0"/>
              <a:t>Click to edit Master text styles</a:t>
            </a:r>
          </a:p>
          <a:p>
            <a:pPr lvl="1"/>
            <a:r>
              <a:rPr lang="en-US" smtClean="0"/>
              <a:t>Second level</a:t>
            </a:r>
          </a:p>
        </p:txBody>
      </p:sp>
      <p:sp>
        <p:nvSpPr>
          <p:cNvPr id="34" name="Text Placeholder 4"/>
          <p:cNvSpPr>
            <a:spLocks noGrp="1"/>
          </p:cNvSpPr>
          <p:nvPr>
            <p:ph type="body" sz="quarter" idx="15"/>
          </p:nvPr>
        </p:nvSpPr>
        <p:spPr>
          <a:xfrm>
            <a:off x="562062" y="2944245"/>
            <a:ext cx="3284537" cy="796245"/>
          </a:xfrm>
        </p:spPr>
        <p:txBody>
          <a:bodyPr/>
          <a:lstStyle>
            <a:lvl1pPr>
              <a:defRPr sz="1600">
                <a:solidFill>
                  <a:schemeClr val="accent5"/>
                </a:solidFill>
              </a:defRPr>
            </a:lvl1pPr>
            <a:lvl2pPr>
              <a:defRPr sz="1400"/>
            </a:lvl2pPr>
          </a:lstStyle>
          <a:p>
            <a:pPr lvl="0"/>
            <a:r>
              <a:rPr lang="en-US" smtClean="0"/>
              <a:t>Click to edit Master text styles</a:t>
            </a:r>
          </a:p>
          <a:p>
            <a:pPr lvl="1"/>
            <a:r>
              <a:rPr lang="en-US" smtClean="0"/>
              <a:t>Second level</a:t>
            </a:r>
          </a:p>
        </p:txBody>
      </p:sp>
      <p:sp>
        <p:nvSpPr>
          <p:cNvPr id="35" name="Text Placeholder 4"/>
          <p:cNvSpPr>
            <a:spLocks noGrp="1"/>
          </p:cNvSpPr>
          <p:nvPr>
            <p:ph type="body" sz="quarter" idx="16"/>
          </p:nvPr>
        </p:nvSpPr>
        <p:spPr>
          <a:xfrm>
            <a:off x="562062" y="4058791"/>
            <a:ext cx="3284537" cy="813073"/>
          </a:xfrm>
        </p:spPr>
        <p:txBody>
          <a:bodyPr/>
          <a:lstStyle>
            <a:lvl1pPr>
              <a:defRPr sz="1600">
                <a:solidFill>
                  <a:schemeClr val="accent3"/>
                </a:solidFill>
              </a:defRPr>
            </a:lvl1pPr>
            <a:lvl2pPr>
              <a:defRPr sz="1400"/>
            </a:lvl2pPr>
          </a:lstStyle>
          <a:p>
            <a:pPr lvl="0"/>
            <a:r>
              <a:rPr lang="en-US" smtClean="0"/>
              <a:t>Click to edit Master text styles</a:t>
            </a:r>
          </a:p>
          <a:p>
            <a:pPr lvl="1"/>
            <a:r>
              <a:rPr lang="en-US" smtClean="0"/>
              <a:t>Second level</a:t>
            </a:r>
          </a:p>
        </p:txBody>
      </p:sp>
      <p:sp>
        <p:nvSpPr>
          <p:cNvPr id="36" name="Text Placeholder 4"/>
          <p:cNvSpPr>
            <a:spLocks noGrp="1"/>
          </p:cNvSpPr>
          <p:nvPr>
            <p:ph type="body" sz="quarter" idx="17"/>
          </p:nvPr>
        </p:nvSpPr>
        <p:spPr>
          <a:xfrm>
            <a:off x="560561" y="5185348"/>
            <a:ext cx="3284537" cy="796245"/>
          </a:xfrm>
        </p:spPr>
        <p:txBody>
          <a:bodyPr/>
          <a:lstStyle>
            <a:lvl1pPr>
              <a:defRPr sz="1600">
                <a:solidFill>
                  <a:srgbClr val="7030A0"/>
                </a:solidFill>
              </a:defRPr>
            </a:lvl1pPr>
            <a:lvl2pPr>
              <a:defRPr sz="1400"/>
            </a:lvl2pPr>
          </a:lstStyle>
          <a:p>
            <a:pPr lvl="0"/>
            <a:r>
              <a:rPr lang="en-US" smtClean="0"/>
              <a:t>Click to edit Master text styles</a:t>
            </a:r>
          </a:p>
          <a:p>
            <a:pPr lvl="1"/>
            <a:r>
              <a:rPr lang="en-US" smtClean="0"/>
              <a:t>Second level</a:t>
            </a:r>
          </a:p>
        </p:txBody>
      </p:sp>
      <p:sp>
        <p:nvSpPr>
          <p:cNvPr id="7" name="Text Placeholder 6"/>
          <p:cNvSpPr>
            <a:spLocks noGrp="1"/>
          </p:cNvSpPr>
          <p:nvPr>
            <p:ph type="body" sz="quarter" idx="18"/>
          </p:nvPr>
        </p:nvSpPr>
        <p:spPr>
          <a:xfrm>
            <a:off x="563563" y="1403951"/>
            <a:ext cx="2414587" cy="204788"/>
          </a:xfrm>
        </p:spPr>
        <p:txBody>
          <a:bodyPr/>
          <a:lstStyle>
            <a:lvl1pPr>
              <a:defRPr sz="1400" i="1"/>
            </a:lvl1pPr>
          </a:lstStyle>
          <a:p>
            <a:pPr lvl="0"/>
            <a:r>
              <a:rPr lang="en-US" smtClean="0"/>
              <a:t>Click to edit Master text styles</a:t>
            </a:r>
          </a:p>
        </p:txBody>
      </p:sp>
      <p:sp>
        <p:nvSpPr>
          <p:cNvPr id="37" name="Text Placeholder 6"/>
          <p:cNvSpPr>
            <a:spLocks noGrp="1"/>
          </p:cNvSpPr>
          <p:nvPr>
            <p:ph type="body" sz="quarter" idx="19"/>
          </p:nvPr>
        </p:nvSpPr>
        <p:spPr>
          <a:xfrm>
            <a:off x="4092575" y="1411503"/>
            <a:ext cx="2414587" cy="204788"/>
          </a:xfrm>
        </p:spPr>
        <p:txBody>
          <a:bodyPr/>
          <a:lstStyle>
            <a:lvl1pPr>
              <a:defRPr sz="1400" i="1"/>
            </a:lvl1pPr>
          </a:lstStyle>
          <a:p>
            <a:pPr lvl="0"/>
            <a:r>
              <a:rPr lang="en-US" smtClean="0"/>
              <a:t>Click to edit Master text styles</a:t>
            </a:r>
          </a:p>
        </p:txBody>
      </p:sp>
    </p:spTree>
    <p:extLst>
      <p:ext uri="{BB962C8B-B14F-4D97-AF65-F5344CB8AC3E}">
        <p14:creationId xmlns:p14="http://schemas.microsoft.com/office/powerpoint/2010/main" val="1598882941"/>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hart list">
    <p:bg>
      <p:bgPr>
        <a:solidFill>
          <a:schemeClr val="bg2"/>
        </a:solidFill>
        <a:effectLst/>
      </p:bgPr>
    </p:bg>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graphicFrame>
        <p:nvGraphicFramePr>
          <p:cNvPr id="19" name="Content Placeholder 6"/>
          <p:cNvGraphicFramePr>
            <a:graphicFrameLocks/>
          </p:cNvGraphicFramePr>
          <p:nvPr userDrawn="1">
            <p:extLst>
              <p:ext uri="{D42A27DB-BD31-4B8C-83A1-F6EECF244321}">
                <p14:modId xmlns:p14="http://schemas.microsoft.com/office/powerpoint/2010/main" val="4073220688"/>
              </p:ext>
            </p:extLst>
          </p:nvPr>
        </p:nvGraphicFramePr>
        <p:xfrm>
          <a:off x="439998" y="1632768"/>
          <a:ext cx="8277229" cy="3620812"/>
        </p:xfrm>
        <a:graphic>
          <a:graphicData uri="http://schemas.openxmlformats.org/drawingml/2006/table">
            <a:tbl>
              <a:tblPr firstRow="1" bandRow="1">
                <a:tableStyleId>{5C22544A-7EE6-4342-B048-85BDC9FD1C3A}</a:tableStyleId>
              </a:tblPr>
              <a:tblGrid>
                <a:gridCol w="3135604"/>
                <a:gridCol w="5141625"/>
              </a:tblGrid>
              <a:tr h="413427">
                <a:tc>
                  <a:txBody>
                    <a:bodyPr/>
                    <a:lstStyle/>
                    <a:p>
                      <a:endParaRPr lang="en-US" sz="1400" b="0" dirty="0">
                        <a:solidFill>
                          <a:schemeClr val="bg1"/>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gradFill flip="none" rotWithShape="1">
                      <a:gsLst>
                        <a:gs pos="0">
                          <a:srgbClr val="0C2577"/>
                        </a:gs>
                        <a:gs pos="100000">
                          <a:schemeClr val="accent5"/>
                        </a:gs>
                      </a:gsLst>
                      <a:lin ang="16200000" scaled="0"/>
                      <a:tileRect/>
                    </a:gradFill>
                  </a:tcPr>
                </a:tc>
                <a:tc>
                  <a:txBody>
                    <a:bodyPr/>
                    <a:lstStyle/>
                    <a:p>
                      <a:endParaRPr lang="en-US" sz="1400" b="0" dirty="0">
                        <a:solidFill>
                          <a:schemeClr val="bg1"/>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gradFill flip="none" rotWithShape="1">
                      <a:gsLst>
                        <a:gs pos="0">
                          <a:srgbClr val="0C2577"/>
                        </a:gs>
                        <a:gs pos="100000">
                          <a:schemeClr val="accent5"/>
                        </a:gs>
                      </a:gsLst>
                      <a:lin ang="16200000" scaled="0"/>
                      <a:tileRect/>
                    </a:gradFill>
                  </a:tcPr>
                </a:tc>
              </a:tr>
              <a:tr h="641477">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chemeClr val="bg1"/>
                    </a:solidFill>
                  </a:tcPr>
                </a:tc>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chemeClr val="bg1"/>
                    </a:solidFill>
                  </a:tcPr>
                </a:tc>
              </a:tr>
              <a:tr h="641477">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E6E6E6"/>
                    </a:solidFill>
                  </a:tcPr>
                </a:tc>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E6E6E6"/>
                    </a:solidFill>
                  </a:tcPr>
                </a:tc>
              </a:tr>
              <a:tr h="641477">
                <a:tc>
                  <a:txBody>
                    <a:bodyPr/>
                    <a:lstStyle/>
                    <a:p>
                      <a:endParaRPr lang="en-US" sz="1400" b="0" dirty="0" smtClean="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FFFFFF"/>
                    </a:solidFill>
                  </a:tcPr>
                </a:tc>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FFFFFF"/>
                    </a:solidFill>
                  </a:tcPr>
                </a:tc>
              </a:tr>
              <a:tr h="641477">
                <a:tc>
                  <a:txBody>
                    <a:bodyPr/>
                    <a:lstStyle/>
                    <a:p>
                      <a:pPr marL="165100" indent="-165100"/>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E6E6E6"/>
                    </a:solidFill>
                  </a:tcPr>
                </a:tc>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rgbClr val="E6E6E6"/>
                    </a:solidFill>
                  </a:tcPr>
                </a:tc>
              </a:tr>
              <a:tr h="641477">
                <a:tc>
                  <a:txBody>
                    <a:bodyPr/>
                    <a:lstStyle/>
                    <a:p>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0" dirty="0">
                        <a:solidFill>
                          <a:schemeClr val="tx2"/>
                        </a:solidFill>
                        <a:latin typeface="Calibri"/>
                        <a:cs typeface="Calibri"/>
                      </a:endParaRPr>
                    </a:p>
                  </a:txBody>
                  <a:tcPr anchor="ctr">
                    <a:lnL w="6350" cap="flat" cmpd="sng" algn="ctr">
                      <a:solidFill>
                        <a:prstClr val="white">
                          <a:lumMod val="65000"/>
                        </a:prstClr>
                      </a:solidFill>
                      <a:prstDash val="solid"/>
                      <a:round/>
                      <a:headEnd type="none" w="med" len="med"/>
                      <a:tailEnd type="none" w="med" len="med"/>
                    </a:lnL>
                    <a:lnR w="6350" cap="flat" cmpd="sng" algn="ctr">
                      <a:solidFill>
                        <a:prstClr val="white">
                          <a:lumMod val="65000"/>
                        </a:prstClr>
                      </a:solidFill>
                      <a:prstDash val="solid"/>
                      <a:round/>
                      <a:headEnd type="none" w="med" len="med"/>
                      <a:tailEnd type="none" w="med" len="med"/>
                    </a:lnR>
                    <a:lnT w="6350" cap="flat" cmpd="sng" algn="ctr">
                      <a:solidFill>
                        <a:prstClr val="white">
                          <a:lumMod val="65000"/>
                        </a:prstClr>
                      </a:solidFill>
                      <a:prstDash val="solid"/>
                      <a:round/>
                      <a:headEnd type="none" w="med" len="med"/>
                      <a:tailEnd type="none" w="med" len="med"/>
                    </a:lnT>
                    <a:lnB w="6350" cap="flat" cmpd="sng" algn="ctr">
                      <a:solidFill>
                        <a:prstClr val="white">
                          <a:lumMod val="65000"/>
                        </a:prstClr>
                      </a:solidFill>
                      <a:prstDash val="solid"/>
                      <a:round/>
                      <a:headEnd type="none" w="med" len="med"/>
                      <a:tailEnd type="none" w="med" len="med"/>
                    </a:lnB>
                    <a:solidFill>
                      <a:schemeClr val="bg1"/>
                    </a:solidFill>
                  </a:tcPr>
                </a:tc>
              </a:tr>
            </a:tbl>
          </a:graphicData>
        </a:graphic>
      </p:graphicFrame>
      <p:sp>
        <p:nvSpPr>
          <p:cNvPr id="3" name="Text Placeholder 2"/>
          <p:cNvSpPr>
            <a:spLocks noGrp="1"/>
          </p:cNvSpPr>
          <p:nvPr>
            <p:ph type="body" sz="quarter" idx="10"/>
          </p:nvPr>
        </p:nvSpPr>
        <p:spPr>
          <a:xfrm>
            <a:off x="563563" y="2209800"/>
            <a:ext cx="2813050" cy="415925"/>
          </a:xfrm>
        </p:spPr>
        <p:txBody>
          <a:bodyPr/>
          <a:lstStyle>
            <a:lvl1pPr>
              <a:defRPr sz="1600"/>
            </a:lvl1pPr>
          </a:lstStyle>
          <a:p>
            <a:pPr lvl="0"/>
            <a:r>
              <a:rPr lang="en-US" smtClean="0"/>
              <a:t>Click to edit Master text styles</a:t>
            </a:r>
          </a:p>
        </p:txBody>
      </p:sp>
      <p:sp>
        <p:nvSpPr>
          <p:cNvPr id="9" name="Text Placeholder 2"/>
          <p:cNvSpPr>
            <a:spLocks noGrp="1"/>
          </p:cNvSpPr>
          <p:nvPr>
            <p:ph type="body" sz="quarter" idx="11"/>
          </p:nvPr>
        </p:nvSpPr>
        <p:spPr>
          <a:xfrm>
            <a:off x="3721712" y="2209800"/>
            <a:ext cx="4846025" cy="415925"/>
          </a:xfrm>
        </p:spPr>
        <p:txBody>
          <a:bodyPr/>
          <a:lstStyle>
            <a:lvl1pPr>
              <a:defRPr sz="1600"/>
            </a:lvl1pPr>
          </a:lstStyle>
          <a:p>
            <a:pPr lvl="0"/>
            <a:r>
              <a:rPr lang="en-US" smtClean="0"/>
              <a:t>Click to edit Master text styles</a:t>
            </a:r>
          </a:p>
        </p:txBody>
      </p:sp>
      <p:sp>
        <p:nvSpPr>
          <p:cNvPr id="10" name="Text Placeholder 2"/>
          <p:cNvSpPr>
            <a:spLocks noGrp="1"/>
          </p:cNvSpPr>
          <p:nvPr>
            <p:ph type="body" sz="quarter" idx="12"/>
          </p:nvPr>
        </p:nvSpPr>
        <p:spPr>
          <a:xfrm>
            <a:off x="562062" y="2832443"/>
            <a:ext cx="2813050" cy="415925"/>
          </a:xfrm>
        </p:spPr>
        <p:txBody>
          <a:bodyPr/>
          <a:lstStyle>
            <a:lvl1pPr>
              <a:defRPr sz="1600"/>
            </a:lvl1pPr>
          </a:lstStyle>
          <a:p>
            <a:pPr lvl="0"/>
            <a:r>
              <a:rPr lang="en-US" smtClean="0"/>
              <a:t>Click to edit Master text styles</a:t>
            </a:r>
          </a:p>
        </p:txBody>
      </p:sp>
      <p:sp>
        <p:nvSpPr>
          <p:cNvPr id="11" name="Text Placeholder 2"/>
          <p:cNvSpPr>
            <a:spLocks noGrp="1"/>
          </p:cNvSpPr>
          <p:nvPr>
            <p:ph type="body" sz="quarter" idx="13"/>
          </p:nvPr>
        </p:nvSpPr>
        <p:spPr>
          <a:xfrm>
            <a:off x="3720211" y="2832443"/>
            <a:ext cx="4846025" cy="415925"/>
          </a:xfrm>
        </p:spPr>
        <p:txBody>
          <a:bodyPr/>
          <a:lstStyle>
            <a:lvl1pPr>
              <a:defRPr sz="1600"/>
            </a:lvl1pPr>
          </a:lstStyle>
          <a:p>
            <a:pPr lvl="0"/>
            <a:r>
              <a:rPr lang="en-US" smtClean="0"/>
              <a:t>Click to edit Master text styles</a:t>
            </a:r>
          </a:p>
        </p:txBody>
      </p:sp>
      <p:sp>
        <p:nvSpPr>
          <p:cNvPr id="20" name="Text Placeholder 2"/>
          <p:cNvSpPr>
            <a:spLocks noGrp="1"/>
          </p:cNvSpPr>
          <p:nvPr>
            <p:ph type="body" sz="quarter" idx="14"/>
          </p:nvPr>
        </p:nvSpPr>
        <p:spPr>
          <a:xfrm>
            <a:off x="562062" y="3462820"/>
            <a:ext cx="2813050" cy="415925"/>
          </a:xfrm>
        </p:spPr>
        <p:txBody>
          <a:bodyPr/>
          <a:lstStyle>
            <a:lvl1pPr>
              <a:defRPr sz="1600"/>
            </a:lvl1pPr>
          </a:lstStyle>
          <a:p>
            <a:pPr lvl="0"/>
            <a:r>
              <a:rPr lang="en-US" smtClean="0"/>
              <a:t>Click to edit Master text styles</a:t>
            </a:r>
          </a:p>
        </p:txBody>
      </p:sp>
      <p:sp>
        <p:nvSpPr>
          <p:cNvPr id="21" name="Text Placeholder 2"/>
          <p:cNvSpPr>
            <a:spLocks noGrp="1"/>
          </p:cNvSpPr>
          <p:nvPr>
            <p:ph type="body" sz="quarter" idx="15"/>
          </p:nvPr>
        </p:nvSpPr>
        <p:spPr>
          <a:xfrm>
            <a:off x="3720211" y="3462820"/>
            <a:ext cx="4846025" cy="415925"/>
          </a:xfrm>
        </p:spPr>
        <p:txBody>
          <a:bodyPr/>
          <a:lstStyle>
            <a:lvl1pPr>
              <a:defRPr sz="1600"/>
            </a:lvl1pPr>
          </a:lstStyle>
          <a:p>
            <a:pPr lvl="0"/>
            <a:r>
              <a:rPr lang="en-US" smtClean="0"/>
              <a:t>Click to edit Master text styles</a:t>
            </a:r>
          </a:p>
        </p:txBody>
      </p:sp>
      <p:sp>
        <p:nvSpPr>
          <p:cNvPr id="22" name="Text Placeholder 2"/>
          <p:cNvSpPr>
            <a:spLocks noGrp="1"/>
          </p:cNvSpPr>
          <p:nvPr>
            <p:ph type="body" sz="quarter" idx="16"/>
          </p:nvPr>
        </p:nvSpPr>
        <p:spPr>
          <a:xfrm>
            <a:off x="560561" y="4085463"/>
            <a:ext cx="2813050" cy="415925"/>
          </a:xfrm>
        </p:spPr>
        <p:txBody>
          <a:bodyPr/>
          <a:lstStyle>
            <a:lvl1pPr>
              <a:defRPr sz="1600"/>
            </a:lvl1pPr>
          </a:lstStyle>
          <a:p>
            <a:pPr lvl="0"/>
            <a:r>
              <a:rPr lang="en-US" smtClean="0"/>
              <a:t>Click to edit Master text styles</a:t>
            </a:r>
          </a:p>
        </p:txBody>
      </p:sp>
      <p:sp>
        <p:nvSpPr>
          <p:cNvPr id="23" name="Text Placeholder 2"/>
          <p:cNvSpPr>
            <a:spLocks noGrp="1"/>
          </p:cNvSpPr>
          <p:nvPr>
            <p:ph type="body" sz="quarter" idx="17"/>
          </p:nvPr>
        </p:nvSpPr>
        <p:spPr>
          <a:xfrm>
            <a:off x="3718710" y="4085463"/>
            <a:ext cx="4846025" cy="415925"/>
          </a:xfrm>
        </p:spPr>
        <p:txBody>
          <a:bodyPr/>
          <a:lstStyle>
            <a:lvl1pPr>
              <a:defRPr sz="1600"/>
            </a:lvl1pPr>
          </a:lstStyle>
          <a:p>
            <a:pPr lvl="0"/>
            <a:r>
              <a:rPr lang="en-US" smtClean="0"/>
              <a:t>Click to edit Master text styles</a:t>
            </a:r>
          </a:p>
        </p:txBody>
      </p:sp>
      <p:sp>
        <p:nvSpPr>
          <p:cNvPr id="24" name="Text Placeholder 2"/>
          <p:cNvSpPr>
            <a:spLocks noGrp="1"/>
          </p:cNvSpPr>
          <p:nvPr>
            <p:ph type="body" sz="quarter" idx="18"/>
          </p:nvPr>
        </p:nvSpPr>
        <p:spPr>
          <a:xfrm>
            <a:off x="560561" y="4753912"/>
            <a:ext cx="2813050" cy="415925"/>
          </a:xfrm>
        </p:spPr>
        <p:txBody>
          <a:bodyPr/>
          <a:lstStyle>
            <a:lvl1pPr>
              <a:defRPr sz="1600"/>
            </a:lvl1pPr>
          </a:lstStyle>
          <a:p>
            <a:pPr lvl="0"/>
            <a:r>
              <a:rPr lang="en-US" smtClean="0"/>
              <a:t>Click to edit Master text styles</a:t>
            </a:r>
          </a:p>
        </p:txBody>
      </p:sp>
      <p:sp>
        <p:nvSpPr>
          <p:cNvPr id="25" name="Text Placeholder 2"/>
          <p:cNvSpPr>
            <a:spLocks noGrp="1"/>
          </p:cNvSpPr>
          <p:nvPr>
            <p:ph type="body" sz="quarter" idx="19"/>
          </p:nvPr>
        </p:nvSpPr>
        <p:spPr>
          <a:xfrm>
            <a:off x="3718710" y="4753912"/>
            <a:ext cx="4846025" cy="415925"/>
          </a:xfrm>
        </p:spPr>
        <p:txBody>
          <a:bodyPr/>
          <a:lstStyle>
            <a:lvl1pPr>
              <a:defRPr sz="1600"/>
            </a:lvl1pPr>
          </a:lstStyle>
          <a:p>
            <a:pPr lvl="0"/>
            <a:r>
              <a:rPr lang="en-US" smtClean="0"/>
              <a:t>Click to edit Master text styles</a:t>
            </a:r>
          </a:p>
        </p:txBody>
      </p:sp>
      <p:sp>
        <p:nvSpPr>
          <p:cNvPr id="26" name="Text Placeholder 2"/>
          <p:cNvSpPr>
            <a:spLocks noGrp="1"/>
          </p:cNvSpPr>
          <p:nvPr>
            <p:ph type="body" sz="quarter" idx="20"/>
          </p:nvPr>
        </p:nvSpPr>
        <p:spPr>
          <a:xfrm>
            <a:off x="562062" y="1719437"/>
            <a:ext cx="2813050" cy="415925"/>
          </a:xfrm>
        </p:spPr>
        <p:txBody>
          <a:bodyPr/>
          <a:lstStyle>
            <a:lvl1pPr>
              <a:defRPr sz="1600" b="1">
                <a:solidFill>
                  <a:schemeClr val="bg1"/>
                </a:solidFill>
              </a:defRPr>
            </a:lvl1pPr>
          </a:lstStyle>
          <a:p>
            <a:pPr lvl="0"/>
            <a:r>
              <a:rPr lang="en-US" smtClean="0"/>
              <a:t>Click to edit Master text styles</a:t>
            </a:r>
          </a:p>
        </p:txBody>
      </p:sp>
      <p:sp>
        <p:nvSpPr>
          <p:cNvPr id="27" name="Text Placeholder 2"/>
          <p:cNvSpPr>
            <a:spLocks noGrp="1"/>
          </p:cNvSpPr>
          <p:nvPr>
            <p:ph type="body" sz="quarter" idx="21"/>
          </p:nvPr>
        </p:nvSpPr>
        <p:spPr>
          <a:xfrm>
            <a:off x="3720211" y="1719437"/>
            <a:ext cx="4846025" cy="415925"/>
          </a:xfrm>
        </p:spPr>
        <p:txBody>
          <a:bodyPr/>
          <a:lstStyle>
            <a:lvl1pPr>
              <a:defRPr sz="1600" b="1">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1787804390"/>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hart color block">
    <p:bg>
      <p:bgPr>
        <a:solidFill>
          <a:schemeClr val="bg2"/>
        </a:solidFill>
        <a:effectLst/>
      </p:bgPr>
    </p:bg>
    <p:spTree>
      <p:nvGrpSpPr>
        <p:cNvPr id="1" name=""/>
        <p:cNvGrpSpPr/>
        <p:nvPr/>
      </p:nvGrpSpPr>
      <p:grpSpPr>
        <a:xfrm>
          <a:off x="0" y="0"/>
          <a:ext cx="0" cy="0"/>
          <a:chOff x="0" y="0"/>
          <a:chExt cx="0" cy="0"/>
        </a:xfrm>
      </p:grpSpPr>
      <p:pic>
        <p:nvPicPr>
          <p:cNvPr id="29" name="Picture 2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31" name="Rounded Rectangle 30"/>
          <p:cNvSpPr/>
          <p:nvPr userDrawn="1"/>
        </p:nvSpPr>
        <p:spPr>
          <a:xfrm>
            <a:off x="340541" y="1106384"/>
            <a:ext cx="4147463" cy="4897456"/>
          </a:xfrm>
          <a:prstGeom prst="roundRect">
            <a:avLst>
              <a:gd name="adj" fmla="val 1932"/>
            </a:avLst>
          </a:prstGeom>
          <a:gradFill flip="none" rotWithShape="1">
            <a:gsLst>
              <a:gs pos="0">
                <a:schemeClr val="accent2"/>
              </a:gs>
              <a:gs pos="90000">
                <a:schemeClr val="accent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latin typeface="Calibri"/>
              <a:cs typeface="Calibri"/>
            </a:endParaRPr>
          </a:p>
        </p:txBody>
      </p:sp>
      <p:sp>
        <p:nvSpPr>
          <p:cNvPr id="32" name="Rounded Rectangle 31"/>
          <p:cNvSpPr/>
          <p:nvPr userDrawn="1"/>
        </p:nvSpPr>
        <p:spPr>
          <a:xfrm>
            <a:off x="457199" y="4513698"/>
            <a:ext cx="3919837" cy="1375521"/>
          </a:xfrm>
          <a:prstGeom prst="roundRect">
            <a:avLst>
              <a:gd name="adj" fmla="val 4299"/>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2" name="Rounded Rectangle 41"/>
          <p:cNvSpPr/>
          <p:nvPr userDrawn="1"/>
        </p:nvSpPr>
        <p:spPr>
          <a:xfrm>
            <a:off x="457199" y="1574136"/>
            <a:ext cx="3919837" cy="1375521"/>
          </a:xfrm>
          <a:prstGeom prst="roundRect">
            <a:avLst>
              <a:gd name="adj" fmla="val 4848"/>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3" name="Rounded Rectangle 42"/>
          <p:cNvSpPr/>
          <p:nvPr userDrawn="1"/>
        </p:nvSpPr>
        <p:spPr>
          <a:xfrm>
            <a:off x="457199" y="3040426"/>
            <a:ext cx="3919837" cy="1375521"/>
          </a:xfrm>
          <a:prstGeom prst="roundRect">
            <a:avLst>
              <a:gd name="adj" fmla="val 4299"/>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4" name="Rounded Rectangle 43"/>
          <p:cNvSpPr/>
          <p:nvPr userDrawn="1"/>
        </p:nvSpPr>
        <p:spPr>
          <a:xfrm>
            <a:off x="4608637" y="1106385"/>
            <a:ext cx="4178391" cy="2387831"/>
          </a:xfrm>
          <a:prstGeom prst="roundRect">
            <a:avLst>
              <a:gd name="adj" fmla="val 3618"/>
            </a:avLst>
          </a:prstGeom>
          <a:gradFill flip="none" rotWithShape="1">
            <a:gsLst>
              <a:gs pos="0">
                <a:schemeClr val="accent4"/>
              </a:gs>
              <a:gs pos="85000">
                <a:schemeClr val="accent3"/>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2"/>
              </a:solidFill>
              <a:latin typeface="Calibri"/>
              <a:cs typeface="Calibri"/>
            </a:endParaRPr>
          </a:p>
        </p:txBody>
      </p:sp>
      <p:sp>
        <p:nvSpPr>
          <p:cNvPr id="45" name="Rounded Rectangle 44"/>
          <p:cNvSpPr/>
          <p:nvPr userDrawn="1"/>
        </p:nvSpPr>
        <p:spPr>
          <a:xfrm>
            <a:off x="4608637" y="3623568"/>
            <a:ext cx="4178391" cy="2387831"/>
          </a:xfrm>
          <a:prstGeom prst="roundRect">
            <a:avLst>
              <a:gd name="adj" fmla="val 3618"/>
            </a:avLst>
          </a:prstGeom>
          <a:gradFill flip="none" rotWithShape="1">
            <a:gsLst>
              <a:gs pos="0">
                <a:schemeClr val="accent6"/>
              </a:gs>
              <a:gs pos="85000">
                <a:schemeClr val="accent5"/>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2"/>
              </a:solidFill>
              <a:latin typeface="Calibri"/>
              <a:cs typeface="Calibri"/>
            </a:endParaRPr>
          </a:p>
        </p:txBody>
      </p:sp>
      <p:sp>
        <p:nvSpPr>
          <p:cNvPr id="46" name="Rounded Rectangle 45"/>
          <p:cNvSpPr/>
          <p:nvPr userDrawn="1"/>
        </p:nvSpPr>
        <p:spPr>
          <a:xfrm>
            <a:off x="4714109" y="1574137"/>
            <a:ext cx="1924909" cy="1805459"/>
          </a:xfrm>
          <a:prstGeom prst="roundRect">
            <a:avLst>
              <a:gd name="adj" fmla="val 3200"/>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7" name="Rounded Rectangle 46"/>
          <p:cNvSpPr/>
          <p:nvPr userDrawn="1"/>
        </p:nvSpPr>
        <p:spPr>
          <a:xfrm>
            <a:off x="6739244" y="1574137"/>
            <a:ext cx="1924909" cy="1805459"/>
          </a:xfrm>
          <a:prstGeom prst="roundRect">
            <a:avLst>
              <a:gd name="adj" fmla="val 3200"/>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8" name="Rounded Rectangle 47"/>
          <p:cNvSpPr/>
          <p:nvPr userDrawn="1"/>
        </p:nvSpPr>
        <p:spPr>
          <a:xfrm>
            <a:off x="4714109" y="4083761"/>
            <a:ext cx="1924909" cy="1805459"/>
          </a:xfrm>
          <a:prstGeom prst="roundRect">
            <a:avLst>
              <a:gd name="adj" fmla="val 3200"/>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49" name="Rounded Rectangle 48"/>
          <p:cNvSpPr/>
          <p:nvPr userDrawn="1"/>
        </p:nvSpPr>
        <p:spPr>
          <a:xfrm>
            <a:off x="6739244" y="4083761"/>
            <a:ext cx="1924909" cy="1805459"/>
          </a:xfrm>
          <a:prstGeom prst="roundRect">
            <a:avLst>
              <a:gd name="adj" fmla="val 3200"/>
            </a:avLst>
          </a:prstGeom>
          <a:solidFill>
            <a:schemeClr val="bg1"/>
          </a:solid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latin typeface="Calibri"/>
              <a:cs typeface="Calibri"/>
            </a:endParaRPr>
          </a:p>
        </p:txBody>
      </p:sp>
      <p:sp>
        <p:nvSpPr>
          <p:cNvPr id="3" name="Text Placeholder 2"/>
          <p:cNvSpPr>
            <a:spLocks noGrp="1"/>
          </p:cNvSpPr>
          <p:nvPr>
            <p:ph type="body" sz="quarter" idx="10"/>
          </p:nvPr>
        </p:nvSpPr>
        <p:spPr>
          <a:xfrm>
            <a:off x="563563" y="1175763"/>
            <a:ext cx="3371850" cy="468312"/>
          </a:xfrm>
        </p:spPr>
        <p:txBody>
          <a:bodyPr/>
          <a:lstStyle>
            <a:lvl1pPr>
              <a:defRPr b="1">
                <a:solidFill>
                  <a:schemeClr val="bg1"/>
                </a:solidFill>
              </a:defRPr>
            </a:lvl1pPr>
          </a:lstStyle>
          <a:p>
            <a:pPr lvl="0"/>
            <a:r>
              <a:rPr lang="en-US" smtClean="0"/>
              <a:t>Click to edit Master text styles</a:t>
            </a:r>
          </a:p>
        </p:txBody>
      </p:sp>
      <p:sp>
        <p:nvSpPr>
          <p:cNvPr id="21" name="Text Placeholder 2"/>
          <p:cNvSpPr>
            <a:spLocks noGrp="1"/>
          </p:cNvSpPr>
          <p:nvPr>
            <p:ph type="body" sz="quarter" idx="11"/>
          </p:nvPr>
        </p:nvSpPr>
        <p:spPr>
          <a:xfrm>
            <a:off x="4736755" y="1159931"/>
            <a:ext cx="3371850" cy="468312"/>
          </a:xfrm>
        </p:spPr>
        <p:txBody>
          <a:bodyPr/>
          <a:lstStyle>
            <a:lvl1pPr>
              <a:defRPr b="1">
                <a:solidFill>
                  <a:schemeClr val="bg1"/>
                </a:solidFill>
              </a:defRPr>
            </a:lvl1pPr>
          </a:lstStyle>
          <a:p>
            <a:pPr lvl="0"/>
            <a:r>
              <a:rPr lang="en-US" smtClean="0"/>
              <a:t>Click to edit Master text styles</a:t>
            </a:r>
          </a:p>
        </p:txBody>
      </p:sp>
      <p:sp>
        <p:nvSpPr>
          <p:cNvPr id="22" name="Text Placeholder 2"/>
          <p:cNvSpPr>
            <a:spLocks noGrp="1"/>
          </p:cNvSpPr>
          <p:nvPr>
            <p:ph type="body" sz="quarter" idx="12"/>
          </p:nvPr>
        </p:nvSpPr>
        <p:spPr>
          <a:xfrm>
            <a:off x="4736755" y="3712458"/>
            <a:ext cx="3371850" cy="468312"/>
          </a:xfrm>
        </p:spPr>
        <p:txBody>
          <a:bodyPr/>
          <a:lstStyle>
            <a:lvl1pPr>
              <a:defRPr b="1">
                <a:solidFill>
                  <a:schemeClr val="bg1"/>
                </a:solidFill>
              </a:defRPr>
            </a:lvl1pPr>
          </a:lstStyle>
          <a:p>
            <a:pPr lvl="0"/>
            <a:r>
              <a:rPr lang="en-US" smtClean="0"/>
              <a:t>Click to edit Master text styles</a:t>
            </a:r>
          </a:p>
        </p:txBody>
      </p:sp>
      <p:sp>
        <p:nvSpPr>
          <p:cNvPr id="20" name="Text Placeholder 2"/>
          <p:cNvSpPr>
            <a:spLocks noGrp="1"/>
          </p:cNvSpPr>
          <p:nvPr>
            <p:ph type="body" sz="quarter" idx="14"/>
          </p:nvPr>
        </p:nvSpPr>
        <p:spPr>
          <a:xfrm>
            <a:off x="557943" y="1693046"/>
            <a:ext cx="3624765" cy="1219747"/>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
        <p:nvSpPr>
          <p:cNvPr id="23" name="Text Placeholder 2"/>
          <p:cNvSpPr>
            <a:spLocks noGrp="1"/>
          </p:cNvSpPr>
          <p:nvPr>
            <p:ph type="body" sz="quarter" idx="15"/>
          </p:nvPr>
        </p:nvSpPr>
        <p:spPr>
          <a:xfrm>
            <a:off x="4809179" y="4198876"/>
            <a:ext cx="1727423" cy="1708449"/>
          </a:xfrm>
        </p:spPr>
        <p:txBody>
          <a:bodyPr/>
          <a:lstStyle>
            <a:lvl1pPr>
              <a:defRPr sz="1600">
                <a:solidFill>
                  <a:schemeClr val="accent5"/>
                </a:solidFill>
              </a:defRPr>
            </a:lvl1pPr>
            <a:lvl2pPr>
              <a:defRPr sz="1600"/>
            </a:lvl2pPr>
          </a:lstStyle>
          <a:p>
            <a:pPr lvl="0"/>
            <a:r>
              <a:rPr lang="en-US" smtClean="0"/>
              <a:t>Click to edit Master text styles</a:t>
            </a:r>
          </a:p>
          <a:p>
            <a:pPr lvl="1"/>
            <a:r>
              <a:rPr lang="en-US" smtClean="0"/>
              <a:t>Second level</a:t>
            </a:r>
          </a:p>
        </p:txBody>
      </p:sp>
      <p:sp>
        <p:nvSpPr>
          <p:cNvPr id="24" name="Text Placeholder 2"/>
          <p:cNvSpPr>
            <a:spLocks noGrp="1"/>
          </p:cNvSpPr>
          <p:nvPr>
            <p:ph type="body" sz="quarter" idx="16"/>
          </p:nvPr>
        </p:nvSpPr>
        <p:spPr>
          <a:xfrm>
            <a:off x="4809179" y="1674585"/>
            <a:ext cx="1727423" cy="1716700"/>
          </a:xfrm>
        </p:spPr>
        <p:txBody>
          <a:bodyPr/>
          <a:lstStyle>
            <a:lvl1pPr>
              <a:defRPr sz="1600">
                <a:solidFill>
                  <a:schemeClr val="accent3"/>
                </a:solidFill>
              </a:defRPr>
            </a:lvl1pPr>
            <a:lvl2pPr>
              <a:defRPr sz="1600"/>
            </a:lvl2pPr>
          </a:lstStyle>
          <a:p>
            <a:pPr lvl="0"/>
            <a:r>
              <a:rPr lang="en-US" smtClean="0"/>
              <a:t>Click to edit Master text styles</a:t>
            </a:r>
          </a:p>
          <a:p>
            <a:pPr lvl="1"/>
            <a:r>
              <a:rPr lang="en-US" smtClean="0"/>
              <a:t>Second level</a:t>
            </a:r>
          </a:p>
        </p:txBody>
      </p:sp>
      <p:sp>
        <p:nvSpPr>
          <p:cNvPr id="25" name="Text Placeholder 2"/>
          <p:cNvSpPr>
            <a:spLocks noGrp="1"/>
          </p:cNvSpPr>
          <p:nvPr>
            <p:ph type="body" sz="quarter" idx="17"/>
          </p:nvPr>
        </p:nvSpPr>
        <p:spPr>
          <a:xfrm>
            <a:off x="6837986" y="4189021"/>
            <a:ext cx="1727423" cy="1708449"/>
          </a:xfrm>
        </p:spPr>
        <p:txBody>
          <a:bodyPr/>
          <a:lstStyle>
            <a:lvl1pPr>
              <a:defRPr sz="1600">
                <a:solidFill>
                  <a:schemeClr val="accent5"/>
                </a:solidFill>
              </a:defRPr>
            </a:lvl1pPr>
            <a:lvl2pPr>
              <a:defRPr sz="1600"/>
            </a:lvl2pPr>
          </a:lstStyle>
          <a:p>
            <a:pPr lvl="0"/>
            <a:r>
              <a:rPr lang="en-US" smtClean="0"/>
              <a:t>Click to edit Master text styles</a:t>
            </a:r>
          </a:p>
          <a:p>
            <a:pPr lvl="1"/>
            <a:r>
              <a:rPr lang="en-US" smtClean="0"/>
              <a:t>Second level</a:t>
            </a:r>
          </a:p>
        </p:txBody>
      </p:sp>
      <p:sp>
        <p:nvSpPr>
          <p:cNvPr id="26" name="Text Placeholder 2"/>
          <p:cNvSpPr>
            <a:spLocks noGrp="1"/>
          </p:cNvSpPr>
          <p:nvPr>
            <p:ph type="body" sz="quarter" idx="18"/>
          </p:nvPr>
        </p:nvSpPr>
        <p:spPr>
          <a:xfrm>
            <a:off x="6837986" y="1662896"/>
            <a:ext cx="1727423" cy="1716700"/>
          </a:xfrm>
        </p:spPr>
        <p:txBody>
          <a:bodyPr/>
          <a:lstStyle>
            <a:lvl1pPr>
              <a:defRPr sz="1600">
                <a:solidFill>
                  <a:schemeClr val="accent3"/>
                </a:solidFill>
              </a:defRPr>
            </a:lvl1pPr>
            <a:lvl2pPr>
              <a:defRPr sz="1600"/>
            </a:lvl2pPr>
          </a:lstStyle>
          <a:p>
            <a:pPr lvl="0"/>
            <a:r>
              <a:rPr lang="en-US" smtClean="0"/>
              <a:t>Click to edit Master text styles</a:t>
            </a:r>
          </a:p>
          <a:p>
            <a:pPr lvl="1"/>
            <a:r>
              <a:rPr lang="en-US" smtClean="0"/>
              <a:t>Second level</a:t>
            </a:r>
          </a:p>
        </p:txBody>
      </p:sp>
      <p:sp>
        <p:nvSpPr>
          <p:cNvPr id="27" name="Text Placeholder 2"/>
          <p:cNvSpPr>
            <a:spLocks noGrp="1"/>
          </p:cNvSpPr>
          <p:nvPr>
            <p:ph type="body" sz="quarter" idx="19"/>
          </p:nvPr>
        </p:nvSpPr>
        <p:spPr>
          <a:xfrm>
            <a:off x="557943" y="3145471"/>
            <a:ext cx="3624765" cy="1219747"/>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
        <p:nvSpPr>
          <p:cNvPr id="28" name="Text Placeholder 2"/>
          <p:cNvSpPr>
            <a:spLocks noGrp="1"/>
          </p:cNvSpPr>
          <p:nvPr>
            <p:ph type="body" sz="quarter" idx="20"/>
          </p:nvPr>
        </p:nvSpPr>
        <p:spPr>
          <a:xfrm>
            <a:off x="557943" y="4627796"/>
            <a:ext cx="3624765" cy="1219747"/>
          </a:xfrm>
        </p:spPr>
        <p:txBody>
          <a:bodyPr/>
          <a:lstStyle>
            <a:lvl1pPr>
              <a:defRPr sz="1600">
                <a:solidFill>
                  <a:schemeClr val="accent1"/>
                </a:solidFill>
              </a:defRPr>
            </a:lvl1pPr>
            <a:lvl2pPr>
              <a:defRPr sz="1600"/>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157711037"/>
      </p:ext>
    </p:extLst>
  </p:cSld>
  <p:clrMapOvr>
    <a:masterClrMapping/>
  </p:clrMapOvr>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hart org">
    <p:bg>
      <p:bgPr>
        <a:solidFill>
          <a:schemeClr val="bg2"/>
        </a:solidFill>
        <a:effectLst/>
      </p:bgPr>
    </p:bg>
    <p:spTree>
      <p:nvGrpSpPr>
        <p:cNvPr id="1" name=""/>
        <p:cNvGrpSpPr/>
        <p:nvPr/>
      </p:nvGrpSpPr>
      <p:grpSpPr>
        <a:xfrm>
          <a:off x="0" y="0"/>
          <a:ext cx="0" cy="0"/>
          <a:chOff x="0" y="0"/>
          <a:chExt cx="0" cy="0"/>
        </a:xfrm>
      </p:grpSpPr>
      <p:pic>
        <p:nvPicPr>
          <p:cNvPr id="49" name="Picture 48"/>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34" name="Rounded Rectangle 33"/>
          <p:cNvSpPr/>
          <p:nvPr userDrawn="1"/>
        </p:nvSpPr>
        <p:spPr>
          <a:xfrm>
            <a:off x="2178963" y="1707449"/>
            <a:ext cx="4302217" cy="738972"/>
          </a:xfrm>
          <a:prstGeom prst="roundRect">
            <a:avLst>
              <a:gd name="adj" fmla="val 1353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a:endParaRPr>
          </a:p>
        </p:txBody>
      </p:sp>
      <p:sp>
        <p:nvSpPr>
          <p:cNvPr id="33" name="Rounded Rectangle 32"/>
          <p:cNvSpPr/>
          <p:nvPr userDrawn="1"/>
        </p:nvSpPr>
        <p:spPr>
          <a:xfrm>
            <a:off x="2178963" y="2641971"/>
            <a:ext cx="4302218" cy="738972"/>
          </a:xfrm>
          <a:prstGeom prst="roundRect">
            <a:avLst>
              <a:gd name="adj" fmla="val 1353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a:endParaRPr>
          </a:p>
        </p:txBody>
      </p:sp>
      <p:cxnSp>
        <p:nvCxnSpPr>
          <p:cNvPr id="35" name="Straight Connector 34"/>
          <p:cNvCxnSpPr/>
          <p:nvPr userDrawn="1"/>
        </p:nvCxnSpPr>
        <p:spPr>
          <a:xfrm>
            <a:off x="5640478" y="2353239"/>
            <a:ext cx="0" cy="1221732"/>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sp>
        <p:nvSpPr>
          <p:cNvPr id="69" name="Rounded Rectangle 68"/>
          <p:cNvSpPr/>
          <p:nvPr userDrawn="1"/>
        </p:nvSpPr>
        <p:spPr>
          <a:xfrm>
            <a:off x="4907981" y="2729395"/>
            <a:ext cx="1485047" cy="559504"/>
          </a:xfrm>
          <a:prstGeom prst="roundRect">
            <a:avLst>
              <a:gd name="adj" fmla="val 9461"/>
            </a:avLst>
          </a:prstGeom>
          <a:solidFill>
            <a:schemeClr val="bg1"/>
          </a:solidFill>
          <a:ln w="12700" cmpd="sng">
            <a:gradFill flip="none" rotWithShape="1">
              <a:gsLst>
                <a:gs pos="70000">
                  <a:schemeClr val="accent1"/>
                </a:gs>
                <a:gs pos="100000">
                  <a:schemeClr val="accent2"/>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tIns="182880" rtlCol="0" anchor="ctr"/>
          <a:lstStyle/>
          <a:p>
            <a:pPr algn="ctr"/>
            <a:endParaRPr lang="en-US" sz="1400" dirty="0">
              <a:solidFill>
                <a:schemeClr val="accent1"/>
              </a:solidFill>
              <a:latin typeface="Calibri"/>
              <a:cs typeface="Calibri"/>
            </a:endParaRP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
        <p:nvSpPr>
          <p:cNvPr id="29" name="Rounded Rectangle 28"/>
          <p:cNvSpPr/>
          <p:nvPr userDrawn="1"/>
        </p:nvSpPr>
        <p:spPr>
          <a:xfrm>
            <a:off x="5340852" y="3775916"/>
            <a:ext cx="2905119" cy="1710484"/>
          </a:xfrm>
          <a:prstGeom prst="roundRect">
            <a:avLst>
              <a:gd name="adj" fmla="val 450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a:endParaRPr>
          </a:p>
        </p:txBody>
      </p:sp>
      <p:sp>
        <p:nvSpPr>
          <p:cNvPr id="30" name="Rounded Rectangle 29"/>
          <p:cNvSpPr/>
          <p:nvPr userDrawn="1"/>
        </p:nvSpPr>
        <p:spPr>
          <a:xfrm>
            <a:off x="914400" y="3775916"/>
            <a:ext cx="4259411" cy="738972"/>
          </a:xfrm>
          <a:prstGeom prst="roundRect">
            <a:avLst>
              <a:gd name="adj" fmla="val 1353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a:endParaRPr>
          </a:p>
        </p:txBody>
      </p:sp>
      <p:cxnSp>
        <p:nvCxnSpPr>
          <p:cNvPr id="36" name="Straight Connector 35"/>
          <p:cNvCxnSpPr/>
          <p:nvPr userDrawn="1"/>
        </p:nvCxnSpPr>
        <p:spPr>
          <a:xfrm>
            <a:off x="4332276" y="3574971"/>
            <a:ext cx="2458526" cy="0"/>
          </a:xfrm>
          <a:prstGeom prst="line">
            <a:avLst/>
          </a:prstGeom>
          <a:ln w="9525" cmpd="sng">
            <a:solidFill>
              <a:srgbClr val="6E6F7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337490" y="3574971"/>
            <a:ext cx="0" cy="292036"/>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6790802" y="3574971"/>
            <a:ext cx="0" cy="292036"/>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6790802" y="4415489"/>
            <a:ext cx="0" cy="717985"/>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5861661" y="4686939"/>
            <a:ext cx="1855052" cy="0"/>
          </a:xfrm>
          <a:prstGeom prst="line">
            <a:avLst/>
          </a:prstGeom>
          <a:ln w="9525" cmpd="sng">
            <a:solidFill>
              <a:srgbClr val="6E6F71"/>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userDrawn="1"/>
        </p:nvCxnSpPr>
        <p:spPr>
          <a:xfrm>
            <a:off x="5861661" y="4686939"/>
            <a:ext cx="0" cy="446535"/>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userDrawn="1"/>
        </p:nvCxnSpPr>
        <p:spPr>
          <a:xfrm>
            <a:off x="7716713" y="4686939"/>
            <a:ext cx="0" cy="446535"/>
          </a:xfrm>
          <a:prstGeom prst="line">
            <a:avLst/>
          </a:prstGeom>
          <a:ln w="9525" cmpd="sng">
            <a:solidFill>
              <a:schemeClr val="tx2"/>
            </a:solidFill>
            <a:prstDash val="solid"/>
          </a:ln>
          <a:effectLst/>
        </p:spPr>
        <p:style>
          <a:lnRef idx="2">
            <a:schemeClr val="accent1"/>
          </a:lnRef>
          <a:fillRef idx="0">
            <a:schemeClr val="accent1"/>
          </a:fillRef>
          <a:effectRef idx="1">
            <a:schemeClr val="accent1"/>
          </a:effectRef>
          <a:fontRef idx="minor">
            <a:schemeClr val="tx1"/>
          </a:fontRef>
        </p:style>
      </p:cxnSp>
      <p:sp>
        <p:nvSpPr>
          <p:cNvPr id="62" name="Rounded Rectangle 61"/>
          <p:cNvSpPr/>
          <p:nvPr userDrawn="1"/>
        </p:nvSpPr>
        <p:spPr>
          <a:xfrm>
            <a:off x="5451975" y="4974916"/>
            <a:ext cx="826861" cy="407350"/>
          </a:xfrm>
          <a:prstGeom prst="roundRect">
            <a:avLst/>
          </a:prstGeom>
          <a:solidFill>
            <a:srgbClr val="FFFFFF"/>
          </a:solidFill>
          <a:ln>
            <a:solidFill>
              <a:srgbClr val="6E6F71"/>
            </a:solidFill>
          </a:ln>
          <a:effectLst/>
        </p:spPr>
        <p:style>
          <a:lnRef idx="1">
            <a:schemeClr val="accent1"/>
          </a:lnRef>
          <a:fillRef idx="3">
            <a:schemeClr val="accent1"/>
          </a:fillRef>
          <a:effectRef idx="2">
            <a:schemeClr val="accent1"/>
          </a:effectRef>
          <a:fontRef idx="minor">
            <a:schemeClr val="lt1"/>
          </a:fontRef>
        </p:style>
        <p:txBody>
          <a:bodyPr lIns="0" rIns="0" bIns="91440" rtlCol="0" anchor="ctr"/>
          <a:lstStyle/>
          <a:p>
            <a:pPr algn="ctr"/>
            <a:endParaRPr lang="en-US" sz="1400" dirty="0">
              <a:solidFill>
                <a:schemeClr val="tx2"/>
              </a:solidFill>
              <a:cs typeface="Calibri"/>
            </a:endParaRPr>
          </a:p>
        </p:txBody>
      </p:sp>
      <p:sp>
        <p:nvSpPr>
          <p:cNvPr id="63" name="Round Same Side Corner Rectangle 62"/>
          <p:cNvSpPr/>
          <p:nvPr userDrawn="1"/>
        </p:nvSpPr>
        <p:spPr>
          <a:xfrm>
            <a:off x="4907981" y="2729394"/>
            <a:ext cx="1485046" cy="137160"/>
          </a:xfrm>
          <a:prstGeom prst="round2SameRect">
            <a:avLst>
              <a:gd name="adj1" fmla="val 50000"/>
              <a:gd name="adj2" fmla="val 0"/>
            </a:avLst>
          </a:prstGeom>
          <a:gradFill>
            <a:gsLst>
              <a:gs pos="0">
                <a:schemeClr val="accent1"/>
              </a:gs>
              <a:gs pos="100000">
                <a:schemeClr val="accent2"/>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ound Same Side Corner Rectangle 63"/>
          <p:cNvSpPr/>
          <p:nvPr userDrawn="1"/>
        </p:nvSpPr>
        <p:spPr>
          <a:xfrm>
            <a:off x="3605900" y="3867007"/>
            <a:ext cx="1464995" cy="137160"/>
          </a:xfrm>
          <a:prstGeom prst="round2SameRect">
            <a:avLst>
              <a:gd name="adj1" fmla="val 50000"/>
              <a:gd name="adj2" fmla="val 0"/>
            </a:avLst>
          </a:prstGeom>
          <a:gradFill>
            <a:gsLst>
              <a:gs pos="0">
                <a:srgbClr val="81017E"/>
              </a:gs>
              <a:gs pos="100000">
                <a:srgbClr val="DA008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Round Same Side Corner Rectangle 64"/>
          <p:cNvSpPr/>
          <p:nvPr userDrawn="1"/>
        </p:nvSpPr>
        <p:spPr>
          <a:xfrm>
            <a:off x="6044482" y="3867006"/>
            <a:ext cx="1464995" cy="137160"/>
          </a:xfrm>
          <a:prstGeom prst="round2SameRect">
            <a:avLst>
              <a:gd name="adj1" fmla="val 50000"/>
              <a:gd name="adj2" fmla="val 0"/>
            </a:avLst>
          </a:prstGeom>
          <a:gradFill>
            <a:gsLst>
              <a:gs pos="0">
                <a:schemeClr val="accent3"/>
              </a:gs>
              <a:gs pos="100000">
                <a:schemeClr val="accent4"/>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ounded Rectangle 66"/>
          <p:cNvSpPr/>
          <p:nvPr userDrawn="1"/>
        </p:nvSpPr>
        <p:spPr>
          <a:xfrm>
            <a:off x="3605901" y="3867007"/>
            <a:ext cx="1464995" cy="548482"/>
          </a:xfrm>
          <a:prstGeom prst="roundRect">
            <a:avLst>
              <a:gd name="adj" fmla="val 11766"/>
            </a:avLst>
          </a:prstGeom>
          <a:noFill/>
          <a:ln w="12700" cmpd="sng">
            <a:gradFill flip="none" rotWithShape="1">
              <a:gsLst>
                <a:gs pos="70000">
                  <a:srgbClr val="81017E"/>
                </a:gs>
                <a:gs pos="100000">
                  <a:srgbClr val="DA0081"/>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tIns="182880" rtlCol="0" anchor="ctr"/>
          <a:lstStyle/>
          <a:p>
            <a:pPr algn="ctr"/>
            <a:endParaRPr lang="en-US" sz="1400" dirty="0">
              <a:solidFill>
                <a:srgbClr val="DA0081"/>
              </a:solidFill>
              <a:latin typeface="Calibri"/>
              <a:cs typeface="Calibri"/>
            </a:endParaRPr>
          </a:p>
        </p:txBody>
      </p:sp>
      <p:sp>
        <p:nvSpPr>
          <p:cNvPr id="70" name="Rounded Rectangle 69"/>
          <p:cNvSpPr/>
          <p:nvPr userDrawn="1"/>
        </p:nvSpPr>
        <p:spPr>
          <a:xfrm>
            <a:off x="6044484" y="3867007"/>
            <a:ext cx="1464995" cy="548482"/>
          </a:xfrm>
          <a:prstGeom prst="roundRect">
            <a:avLst>
              <a:gd name="adj" fmla="val 12991"/>
            </a:avLst>
          </a:prstGeom>
          <a:noFill/>
          <a:ln w="12700" cmpd="sng">
            <a:gradFill flip="none" rotWithShape="1">
              <a:gsLst>
                <a:gs pos="70000">
                  <a:schemeClr val="accent3"/>
                </a:gs>
                <a:gs pos="100000">
                  <a:schemeClr val="accent4"/>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tIns="182880" rtlCol="0" anchor="ctr"/>
          <a:lstStyle/>
          <a:p>
            <a:pPr algn="ctr"/>
            <a:endParaRPr lang="en-US" sz="1400" dirty="0">
              <a:solidFill>
                <a:schemeClr val="accent3"/>
              </a:solidFill>
              <a:latin typeface="Calibri"/>
              <a:cs typeface="Calibri"/>
            </a:endParaRPr>
          </a:p>
        </p:txBody>
      </p:sp>
      <p:sp>
        <p:nvSpPr>
          <p:cNvPr id="71" name="Rounded Rectangle 70"/>
          <p:cNvSpPr/>
          <p:nvPr userDrawn="1"/>
        </p:nvSpPr>
        <p:spPr>
          <a:xfrm>
            <a:off x="6377371" y="4974916"/>
            <a:ext cx="826861" cy="407350"/>
          </a:xfrm>
          <a:prstGeom prst="roundRect">
            <a:avLst/>
          </a:prstGeom>
          <a:solidFill>
            <a:srgbClr val="FFFFFF"/>
          </a:solidFill>
          <a:ln>
            <a:solidFill>
              <a:srgbClr val="6E6F71"/>
            </a:solidFill>
          </a:ln>
          <a:effectLst/>
        </p:spPr>
        <p:style>
          <a:lnRef idx="1">
            <a:schemeClr val="accent1"/>
          </a:lnRef>
          <a:fillRef idx="3">
            <a:schemeClr val="accent1"/>
          </a:fillRef>
          <a:effectRef idx="2">
            <a:schemeClr val="accent1"/>
          </a:effectRef>
          <a:fontRef idx="minor">
            <a:schemeClr val="lt1"/>
          </a:fontRef>
        </p:style>
        <p:txBody>
          <a:bodyPr lIns="0" rIns="0" bIns="91440" rtlCol="0" anchor="ctr"/>
          <a:lstStyle/>
          <a:p>
            <a:pPr algn="ctr"/>
            <a:endParaRPr lang="en-US" sz="1400" dirty="0">
              <a:solidFill>
                <a:schemeClr val="tx2"/>
              </a:solidFill>
              <a:cs typeface="Calibri"/>
            </a:endParaRPr>
          </a:p>
        </p:txBody>
      </p:sp>
      <p:sp>
        <p:nvSpPr>
          <p:cNvPr id="72" name="Rounded Rectangle 71"/>
          <p:cNvSpPr/>
          <p:nvPr userDrawn="1"/>
        </p:nvSpPr>
        <p:spPr>
          <a:xfrm>
            <a:off x="7298121" y="4974916"/>
            <a:ext cx="826861" cy="407350"/>
          </a:xfrm>
          <a:prstGeom prst="roundRect">
            <a:avLst/>
          </a:prstGeom>
          <a:solidFill>
            <a:srgbClr val="FFFFFF"/>
          </a:solidFill>
          <a:ln>
            <a:solidFill>
              <a:srgbClr val="6E6F71"/>
            </a:solidFill>
          </a:ln>
          <a:effectLst/>
        </p:spPr>
        <p:style>
          <a:lnRef idx="1">
            <a:schemeClr val="accent1"/>
          </a:lnRef>
          <a:fillRef idx="3">
            <a:schemeClr val="accent1"/>
          </a:fillRef>
          <a:effectRef idx="2">
            <a:schemeClr val="accent1"/>
          </a:effectRef>
          <a:fontRef idx="minor">
            <a:schemeClr val="lt1"/>
          </a:fontRef>
        </p:style>
        <p:txBody>
          <a:bodyPr lIns="0" rIns="0" bIns="91440" rtlCol="0" anchor="ctr"/>
          <a:lstStyle/>
          <a:p>
            <a:pPr algn="ctr"/>
            <a:endParaRPr lang="en-US" sz="1400" dirty="0">
              <a:solidFill>
                <a:schemeClr val="tx2"/>
              </a:solidFill>
              <a:cs typeface="Calibri"/>
            </a:endParaRPr>
          </a:p>
        </p:txBody>
      </p:sp>
      <p:sp>
        <p:nvSpPr>
          <p:cNvPr id="66" name="Round Same Side Corner Rectangle 65"/>
          <p:cNvSpPr/>
          <p:nvPr userDrawn="1"/>
        </p:nvSpPr>
        <p:spPr>
          <a:xfrm>
            <a:off x="4928032" y="1804757"/>
            <a:ext cx="1464996" cy="137160"/>
          </a:xfrm>
          <a:prstGeom prst="round2SameRect">
            <a:avLst>
              <a:gd name="adj1" fmla="val 50000"/>
              <a:gd name="adj2" fmla="val 0"/>
            </a:avLst>
          </a:prstGeom>
          <a:gradFill>
            <a:gsLst>
              <a:gs pos="0">
                <a:schemeClr val="accent5"/>
              </a:gs>
              <a:gs pos="100000">
                <a:schemeClr val="accent6"/>
              </a:gs>
            </a:gsLst>
          </a:gra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Rounded Rectangle 67"/>
          <p:cNvSpPr/>
          <p:nvPr userDrawn="1"/>
        </p:nvSpPr>
        <p:spPr>
          <a:xfrm>
            <a:off x="4928033" y="1804758"/>
            <a:ext cx="1464995" cy="548481"/>
          </a:xfrm>
          <a:prstGeom prst="roundRect">
            <a:avLst>
              <a:gd name="adj" fmla="val 10541"/>
            </a:avLst>
          </a:prstGeom>
          <a:noFill/>
          <a:ln w="12700" cmpd="sng">
            <a:gradFill flip="none" rotWithShape="1">
              <a:gsLst>
                <a:gs pos="70000">
                  <a:schemeClr val="accent5"/>
                </a:gs>
                <a:gs pos="100000">
                  <a:schemeClr val="accent6"/>
                </a:gs>
              </a:gsLst>
              <a:lin ang="16200000" scaled="0"/>
              <a:tileRect/>
            </a:gradFill>
          </a:ln>
          <a:effectLst/>
        </p:spPr>
        <p:style>
          <a:lnRef idx="1">
            <a:schemeClr val="accent1"/>
          </a:lnRef>
          <a:fillRef idx="3">
            <a:schemeClr val="accent1"/>
          </a:fillRef>
          <a:effectRef idx="2">
            <a:schemeClr val="accent1"/>
          </a:effectRef>
          <a:fontRef idx="minor">
            <a:schemeClr val="lt1"/>
          </a:fontRef>
        </p:style>
        <p:txBody>
          <a:bodyPr tIns="182880" rtlCol="0" anchor="ctr"/>
          <a:lstStyle/>
          <a:p>
            <a:pPr lvl="0" algn="ctr"/>
            <a:endParaRPr lang="en-US" sz="1400" dirty="0">
              <a:solidFill>
                <a:schemeClr val="accent5"/>
              </a:solidFill>
              <a:latin typeface="Calibri"/>
              <a:cs typeface="Calibri"/>
            </a:endParaRPr>
          </a:p>
        </p:txBody>
      </p:sp>
      <p:sp>
        <p:nvSpPr>
          <p:cNvPr id="3" name="Text Placeholder 2"/>
          <p:cNvSpPr>
            <a:spLocks noGrp="1"/>
          </p:cNvSpPr>
          <p:nvPr>
            <p:ph type="body" sz="quarter" idx="10"/>
          </p:nvPr>
        </p:nvSpPr>
        <p:spPr>
          <a:xfrm>
            <a:off x="2281238" y="1804988"/>
            <a:ext cx="2544762" cy="547687"/>
          </a:xfrm>
        </p:spPr>
        <p:txBody>
          <a:bodyPr/>
          <a:lstStyle>
            <a:lvl1pPr algn="r">
              <a:defRPr sz="1400"/>
            </a:lvl1pPr>
          </a:lstStyle>
          <a:p>
            <a:pPr lvl="0"/>
            <a:r>
              <a:rPr lang="en-US" smtClean="0"/>
              <a:t>Click to edit Master text styles</a:t>
            </a:r>
          </a:p>
        </p:txBody>
      </p:sp>
      <p:sp>
        <p:nvSpPr>
          <p:cNvPr id="32" name="Text Placeholder 2"/>
          <p:cNvSpPr>
            <a:spLocks noGrp="1"/>
          </p:cNvSpPr>
          <p:nvPr>
            <p:ph type="body" sz="quarter" idx="11"/>
          </p:nvPr>
        </p:nvSpPr>
        <p:spPr>
          <a:xfrm>
            <a:off x="2281238" y="2729394"/>
            <a:ext cx="2544762" cy="547687"/>
          </a:xfrm>
        </p:spPr>
        <p:txBody>
          <a:bodyPr/>
          <a:lstStyle>
            <a:lvl1pPr algn="r">
              <a:defRPr sz="1400"/>
            </a:lvl1pPr>
          </a:lstStyle>
          <a:p>
            <a:pPr lvl="0"/>
            <a:r>
              <a:rPr lang="en-US" smtClean="0"/>
              <a:t>Click to edit Master text styles</a:t>
            </a:r>
          </a:p>
        </p:txBody>
      </p:sp>
      <p:sp>
        <p:nvSpPr>
          <p:cNvPr id="42" name="Text Placeholder 2"/>
          <p:cNvSpPr>
            <a:spLocks noGrp="1"/>
          </p:cNvSpPr>
          <p:nvPr>
            <p:ph type="body" sz="quarter" idx="12"/>
          </p:nvPr>
        </p:nvSpPr>
        <p:spPr>
          <a:xfrm>
            <a:off x="1008857" y="3871558"/>
            <a:ext cx="2544762" cy="547687"/>
          </a:xfrm>
        </p:spPr>
        <p:txBody>
          <a:bodyPr/>
          <a:lstStyle>
            <a:lvl1pPr algn="r">
              <a:defRPr sz="1400"/>
            </a:lvl1pPr>
          </a:lstStyle>
          <a:p>
            <a:pPr lvl="0"/>
            <a:r>
              <a:rPr lang="en-US" smtClean="0"/>
              <a:t>Click to edit Master text styles</a:t>
            </a:r>
          </a:p>
        </p:txBody>
      </p:sp>
      <p:sp>
        <p:nvSpPr>
          <p:cNvPr id="5" name="Text Placeholder 4"/>
          <p:cNvSpPr>
            <a:spLocks noGrp="1"/>
          </p:cNvSpPr>
          <p:nvPr>
            <p:ph type="body" sz="quarter" idx="13"/>
          </p:nvPr>
        </p:nvSpPr>
        <p:spPr>
          <a:xfrm>
            <a:off x="4927600" y="2009775"/>
            <a:ext cx="1449388" cy="254000"/>
          </a:xfrm>
        </p:spPr>
        <p:txBody>
          <a:bodyPr/>
          <a:lstStyle>
            <a:lvl1pPr algn="ctr">
              <a:defRPr sz="1600">
                <a:solidFill>
                  <a:schemeClr val="accent5"/>
                </a:solidFill>
              </a:defRPr>
            </a:lvl1pPr>
          </a:lstStyle>
          <a:p>
            <a:pPr lvl="0"/>
            <a:r>
              <a:rPr lang="en-US" smtClean="0"/>
              <a:t>Click to edit Master text styles</a:t>
            </a:r>
          </a:p>
        </p:txBody>
      </p:sp>
      <p:sp>
        <p:nvSpPr>
          <p:cNvPr id="43" name="Text Placeholder 4"/>
          <p:cNvSpPr>
            <a:spLocks noGrp="1"/>
          </p:cNvSpPr>
          <p:nvPr>
            <p:ph type="body" sz="quarter" idx="14"/>
          </p:nvPr>
        </p:nvSpPr>
        <p:spPr>
          <a:xfrm>
            <a:off x="4924837" y="2963005"/>
            <a:ext cx="1449388" cy="254000"/>
          </a:xfrm>
        </p:spPr>
        <p:txBody>
          <a:bodyPr/>
          <a:lstStyle>
            <a:lvl1pPr algn="ctr">
              <a:defRPr sz="1600">
                <a:solidFill>
                  <a:schemeClr val="accent1"/>
                </a:solidFill>
              </a:defRPr>
            </a:lvl1pPr>
          </a:lstStyle>
          <a:p>
            <a:pPr lvl="0"/>
            <a:r>
              <a:rPr lang="en-US" smtClean="0"/>
              <a:t>Click to edit Master text styles</a:t>
            </a:r>
          </a:p>
        </p:txBody>
      </p:sp>
      <p:sp>
        <p:nvSpPr>
          <p:cNvPr id="44" name="Text Placeholder 4"/>
          <p:cNvSpPr>
            <a:spLocks noGrp="1"/>
          </p:cNvSpPr>
          <p:nvPr>
            <p:ph type="body" sz="quarter" idx="15"/>
          </p:nvPr>
        </p:nvSpPr>
        <p:spPr>
          <a:xfrm>
            <a:off x="3621508" y="4063667"/>
            <a:ext cx="1449388" cy="254000"/>
          </a:xfrm>
        </p:spPr>
        <p:txBody>
          <a:bodyPr/>
          <a:lstStyle>
            <a:lvl1pPr algn="ctr">
              <a:defRPr sz="1600">
                <a:solidFill>
                  <a:srgbClr val="7030A0"/>
                </a:solidFill>
              </a:defRPr>
            </a:lvl1pPr>
          </a:lstStyle>
          <a:p>
            <a:pPr lvl="0"/>
            <a:r>
              <a:rPr lang="en-US" smtClean="0"/>
              <a:t>Click to edit Master text styles</a:t>
            </a:r>
          </a:p>
        </p:txBody>
      </p:sp>
      <p:sp>
        <p:nvSpPr>
          <p:cNvPr id="45" name="Text Placeholder 4"/>
          <p:cNvSpPr>
            <a:spLocks noGrp="1"/>
          </p:cNvSpPr>
          <p:nvPr>
            <p:ph type="body" sz="quarter" idx="16"/>
          </p:nvPr>
        </p:nvSpPr>
        <p:spPr>
          <a:xfrm>
            <a:off x="6059664" y="4062567"/>
            <a:ext cx="1449388" cy="254000"/>
          </a:xfrm>
        </p:spPr>
        <p:txBody>
          <a:bodyPr/>
          <a:lstStyle>
            <a:lvl1pPr algn="ctr">
              <a:defRPr sz="1600">
                <a:solidFill>
                  <a:schemeClr val="accent3"/>
                </a:solidFill>
              </a:defRPr>
            </a:lvl1pPr>
          </a:lstStyle>
          <a:p>
            <a:pPr lvl="0"/>
            <a:r>
              <a:rPr lang="en-US" smtClean="0"/>
              <a:t>Click to edit Master text styles</a:t>
            </a:r>
          </a:p>
        </p:txBody>
      </p:sp>
      <p:sp>
        <p:nvSpPr>
          <p:cNvPr id="46" name="Text Placeholder 4"/>
          <p:cNvSpPr>
            <a:spLocks noGrp="1"/>
          </p:cNvSpPr>
          <p:nvPr>
            <p:ph type="body" sz="quarter" idx="17"/>
          </p:nvPr>
        </p:nvSpPr>
        <p:spPr>
          <a:xfrm>
            <a:off x="5451975" y="5088106"/>
            <a:ext cx="826861" cy="254000"/>
          </a:xfrm>
        </p:spPr>
        <p:txBody>
          <a:bodyPr/>
          <a:lstStyle>
            <a:lvl1pPr algn="ctr">
              <a:defRPr sz="1200">
                <a:solidFill>
                  <a:schemeClr val="tx2"/>
                </a:solidFill>
              </a:defRPr>
            </a:lvl1pPr>
          </a:lstStyle>
          <a:p>
            <a:pPr lvl="0"/>
            <a:r>
              <a:rPr lang="en-US" smtClean="0"/>
              <a:t>Click to edit Master text styles</a:t>
            </a:r>
          </a:p>
        </p:txBody>
      </p:sp>
      <p:sp>
        <p:nvSpPr>
          <p:cNvPr id="47" name="Text Placeholder 4"/>
          <p:cNvSpPr>
            <a:spLocks noGrp="1"/>
          </p:cNvSpPr>
          <p:nvPr>
            <p:ph type="body" sz="quarter" idx="18"/>
          </p:nvPr>
        </p:nvSpPr>
        <p:spPr>
          <a:xfrm>
            <a:off x="6374225" y="5088106"/>
            <a:ext cx="826861" cy="254000"/>
          </a:xfrm>
        </p:spPr>
        <p:txBody>
          <a:bodyPr/>
          <a:lstStyle>
            <a:lvl1pPr algn="ctr">
              <a:defRPr sz="1200">
                <a:solidFill>
                  <a:schemeClr val="tx2"/>
                </a:solidFill>
              </a:defRPr>
            </a:lvl1pPr>
          </a:lstStyle>
          <a:p>
            <a:pPr lvl="0"/>
            <a:r>
              <a:rPr lang="en-US" smtClean="0"/>
              <a:t>Click to edit Master text styles</a:t>
            </a:r>
          </a:p>
        </p:txBody>
      </p:sp>
      <p:sp>
        <p:nvSpPr>
          <p:cNvPr id="48" name="Text Placeholder 4"/>
          <p:cNvSpPr>
            <a:spLocks noGrp="1"/>
          </p:cNvSpPr>
          <p:nvPr>
            <p:ph type="body" sz="quarter" idx="19"/>
          </p:nvPr>
        </p:nvSpPr>
        <p:spPr>
          <a:xfrm>
            <a:off x="7298120" y="5088106"/>
            <a:ext cx="826861" cy="254000"/>
          </a:xfrm>
        </p:spPr>
        <p:txBody>
          <a:bodyPr/>
          <a:lstStyle>
            <a:lvl1pPr algn="ctr">
              <a:defRPr sz="1200">
                <a:solidFill>
                  <a:schemeClr val="tx2"/>
                </a:solidFill>
              </a:defRPr>
            </a:lvl1pPr>
          </a:lstStyle>
          <a:p>
            <a:pPr lvl="0"/>
            <a:r>
              <a:rPr lang="en-US" smtClean="0"/>
              <a:t>Click to edit Master text styles</a:t>
            </a:r>
          </a:p>
        </p:txBody>
      </p:sp>
    </p:spTree>
    <p:extLst>
      <p:ext uri="{BB962C8B-B14F-4D97-AF65-F5344CB8AC3E}">
        <p14:creationId xmlns:p14="http://schemas.microsoft.com/office/powerpoint/2010/main" val="1444202476"/>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slide step1">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6" name="Round Same Side Corner Rectangle 5"/>
          <p:cNvSpPr/>
          <p:nvPr userDrawn="1"/>
        </p:nvSpPr>
        <p:spPr>
          <a:xfrm>
            <a:off x="228599" y="245814"/>
            <a:ext cx="8688605" cy="1406594"/>
          </a:xfrm>
          <a:prstGeom prst="round2SameRect">
            <a:avLst>
              <a:gd name="adj1" fmla="val 7370"/>
              <a:gd name="adj2" fmla="val 0"/>
            </a:avLst>
          </a:prstGeom>
          <a:gradFill>
            <a:gsLst>
              <a:gs pos="21000">
                <a:schemeClr val="accent1"/>
              </a:gs>
              <a:gs pos="100000">
                <a:schemeClr val="accent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ound Same Side Corner Rectangle 8"/>
          <p:cNvSpPr/>
          <p:nvPr userDrawn="1"/>
        </p:nvSpPr>
        <p:spPr>
          <a:xfrm rot="10800000">
            <a:off x="228599" y="1652408"/>
            <a:ext cx="8688605" cy="4218900"/>
          </a:xfrm>
          <a:prstGeom prst="round2SameRect">
            <a:avLst>
              <a:gd name="adj1" fmla="val 1821"/>
              <a:gd name="adj2"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15"/>
          <p:cNvSpPr txBox="1">
            <a:spLocks/>
          </p:cNvSpPr>
          <p:nvPr userDrawn="1"/>
        </p:nvSpPr>
        <p:spPr bwMode="auto">
          <a:xfrm>
            <a:off x="563564" y="258972"/>
            <a:ext cx="1220827" cy="1393436"/>
          </a:xfrm>
          <a:prstGeom prst="rect">
            <a:avLst/>
          </a:prstGeom>
          <a:solidFill>
            <a:schemeClr val="accent1"/>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sz="8000" dirty="0" smtClean="0">
                <a:solidFill>
                  <a:srgbClr val="FFFFFF"/>
                </a:solidFill>
                <a:latin typeface="Calibri"/>
                <a:cs typeface="Calibri"/>
              </a:rPr>
              <a:t>1</a:t>
            </a:r>
            <a:endParaRPr lang="en-US" sz="8000" dirty="0">
              <a:solidFill>
                <a:srgbClr val="FFFFFF"/>
              </a:solidFill>
              <a:latin typeface="Calibri"/>
              <a:cs typeface="Calibri"/>
            </a:endParaRPr>
          </a:p>
        </p:txBody>
      </p:sp>
      <p:sp>
        <p:nvSpPr>
          <p:cNvPr id="3" name="Text Placeholder 2"/>
          <p:cNvSpPr>
            <a:spLocks noGrp="1"/>
          </p:cNvSpPr>
          <p:nvPr>
            <p:ph type="body" sz="quarter" idx="10"/>
          </p:nvPr>
        </p:nvSpPr>
        <p:spPr>
          <a:xfrm>
            <a:off x="663575" y="1941534"/>
            <a:ext cx="7791450" cy="3929775"/>
          </a:xfrm>
        </p:spPr>
        <p:txBody>
          <a:bodyPr/>
          <a:lstStyle>
            <a:lvl1pPr>
              <a:defRPr sz="3000">
                <a:solidFill>
                  <a:schemeClr val="accent1"/>
                </a:solidFill>
              </a:defRPr>
            </a:lvl1pPr>
            <a:lvl2pPr>
              <a:defRPr sz="1800"/>
            </a:lvl2pPr>
            <a:lvl3pPr>
              <a:defRPr sz="1800"/>
            </a:lvl3pPr>
          </a:lstStyle>
          <a:p>
            <a:pPr lvl="0"/>
            <a:r>
              <a:rPr lang="en-US" smtClean="0"/>
              <a:t>Click to edit Master text styles</a:t>
            </a:r>
          </a:p>
          <a:p>
            <a:pPr lvl="1"/>
            <a:r>
              <a:rPr lang="en-US" smtClean="0"/>
              <a:t>Second level</a:t>
            </a:r>
          </a:p>
          <a:p>
            <a:pPr lvl="2"/>
            <a:r>
              <a:rPr lang="en-US" smtClean="0"/>
              <a:t>Third level</a:t>
            </a:r>
          </a:p>
        </p:txBody>
      </p:sp>
    </p:spTree>
    <p:extLst>
      <p:ext uri="{BB962C8B-B14F-4D97-AF65-F5344CB8AC3E}">
        <p14:creationId xmlns:p14="http://schemas.microsoft.com/office/powerpoint/2010/main" val="3910695466"/>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slide step2">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9" name="Round Same Side Corner Rectangle 8"/>
          <p:cNvSpPr/>
          <p:nvPr userDrawn="1"/>
        </p:nvSpPr>
        <p:spPr>
          <a:xfrm rot="10800000">
            <a:off x="228591" y="1652408"/>
            <a:ext cx="8688605" cy="4218900"/>
          </a:xfrm>
          <a:prstGeom prst="round2SameRect">
            <a:avLst>
              <a:gd name="adj1" fmla="val 1821"/>
              <a:gd name="adj2"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ound Same Side Corner Rectangle 9"/>
          <p:cNvSpPr/>
          <p:nvPr userDrawn="1"/>
        </p:nvSpPr>
        <p:spPr>
          <a:xfrm>
            <a:off x="228599" y="245814"/>
            <a:ext cx="8688605" cy="1406594"/>
          </a:xfrm>
          <a:prstGeom prst="round2SameRect">
            <a:avLst>
              <a:gd name="adj1" fmla="val 7370"/>
              <a:gd name="adj2" fmla="val 0"/>
            </a:avLst>
          </a:prstGeom>
          <a:gradFill>
            <a:gsLst>
              <a:gs pos="21000">
                <a:schemeClr val="accent5"/>
              </a:gs>
              <a:gs pos="100000">
                <a:schemeClr val="accent6"/>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2"/>
          <p:cNvSpPr>
            <a:spLocks noGrp="1"/>
          </p:cNvSpPr>
          <p:nvPr>
            <p:ph type="body" sz="quarter" idx="10"/>
          </p:nvPr>
        </p:nvSpPr>
        <p:spPr>
          <a:xfrm>
            <a:off x="663575" y="1941534"/>
            <a:ext cx="7791450" cy="3929775"/>
          </a:xfrm>
        </p:spPr>
        <p:txBody>
          <a:bodyPr/>
          <a:lstStyle>
            <a:lvl1pPr>
              <a:defRPr sz="3000">
                <a:solidFill>
                  <a:schemeClr val="accent5"/>
                </a:solidFill>
              </a:defRPr>
            </a:lvl1pPr>
            <a:lvl2pPr>
              <a:defRPr sz="1800"/>
            </a:lvl2pPr>
            <a:lvl3pPr>
              <a:defRPr sz="1800"/>
            </a:lvl3pPr>
          </a:lstStyle>
          <a:p>
            <a:pPr lvl="0"/>
            <a:r>
              <a:rPr lang="en-US" smtClean="0"/>
              <a:t>Click to edit Master text styles</a:t>
            </a:r>
          </a:p>
          <a:p>
            <a:pPr lvl="1"/>
            <a:r>
              <a:rPr lang="en-US" smtClean="0"/>
              <a:t>Second level</a:t>
            </a:r>
          </a:p>
          <a:p>
            <a:pPr lvl="2"/>
            <a:r>
              <a:rPr lang="en-US" smtClean="0"/>
              <a:t>Third level</a:t>
            </a:r>
          </a:p>
        </p:txBody>
      </p:sp>
      <p:sp>
        <p:nvSpPr>
          <p:cNvPr id="12" name="Title 15"/>
          <p:cNvSpPr txBox="1">
            <a:spLocks/>
          </p:cNvSpPr>
          <p:nvPr userDrawn="1"/>
        </p:nvSpPr>
        <p:spPr bwMode="auto">
          <a:xfrm>
            <a:off x="563564" y="258972"/>
            <a:ext cx="1397659" cy="1393436"/>
          </a:xfrm>
          <a:prstGeom prst="rect">
            <a:avLst/>
          </a:prstGeom>
          <a:solidFill>
            <a:schemeClr val="accent5"/>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sz="8000" dirty="0" smtClean="0">
                <a:solidFill>
                  <a:srgbClr val="FFFFFF"/>
                </a:solidFill>
                <a:latin typeface="Calibri"/>
                <a:cs typeface="Calibri"/>
              </a:rPr>
              <a:t>2</a:t>
            </a:r>
            <a:endParaRPr lang="en-US" sz="8000" dirty="0">
              <a:solidFill>
                <a:srgbClr val="FFFFFF"/>
              </a:solidFill>
              <a:latin typeface="Calibri"/>
              <a:cs typeface="Calibri"/>
            </a:endParaRPr>
          </a:p>
        </p:txBody>
      </p:sp>
    </p:spTree>
    <p:extLst>
      <p:ext uri="{BB962C8B-B14F-4D97-AF65-F5344CB8AC3E}">
        <p14:creationId xmlns:p14="http://schemas.microsoft.com/office/powerpoint/2010/main" val="4584371"/>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vider slide step3">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9" name="Round Same Side Corner Rectangle 8"/>
          <p:cNvSpPr/>
          <p:nvPr userDrawn="1"/>
        </p:nvSpPr>
        <p:spPr>
          <a:xfrm rot="10800000">
            <a:off x="228591" y="1652408"/>
            <a:ext cx="8688605" cy="4218900"/>
          </a:xfrm>
          <a:prstGeom prst="round2SameRect">
            <a:avLst>
              <a:gd name="adj1" fmla="val 1821"/>
              <a:gd name="adj2"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ound Same Side Corner Rectangle 9"/>
          <p:cNvSpPr/>
          <p:nvPr userDrawn="1"/>
        </p:nvSpPr>
        <p:spPr>
          <a:xfrm>
            <a:off x="228599" y="245814"/>
            <a:ext cx="8688605" cy="1406594"/>
          </a:xfrm>
          <a:prstGeom prst="round2SameRect">
            <a:avLst>
              <a:gd name="adj1" fmla="val 7370"/>
              <a:gd name="adj2" fmla="val 0"/>
            </a:avLst>
          </a:prstGeom>
          <a:gradFill>
            <a:gsLst>
              <a:gs pos="21000">
                <a:schemeClr val="accent3"/>
              </a:gs>
              <a:gs pos="100000">
                <a:schemeClr val="accent4"/>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2"/>
          <p:cNvSpPr>
            <a:spLocks noGrp="1"/>
          </p:cNvSpPr>
          <p:nvPr>
            <p:ph type="body" sz="quarter" idx="10"/>
          </p:nvPr>
        </p:nvSpPr>
        <p:spPr>
          <a:xfrm>
            <a:off x="663575" y="1941534"/>
            <a:ext cx="7791450" cy="3929775"/>
          </a:xfrm>
        </p:spPr>
        <p:txBody>
          <a:bodyPr/>
          <a:lstStyle>
            <a:lvl1pPr>
              <a:defRPr sz="3000">
                <a:solidFill>
                  <a:schemeClr val="accent3"/>
                </a:solidFill>
              </a:defRPr>
            </a:lvl1pPr>
            <a:lvl2pPr>
              <a:defRPr sz="1800"/>
            </a:lvl2pPr>
            <a:lvl3pPr>
              <a:defRPr sz="1800"/>
            </a:lvl3pPr>
          </a:lstStyle>
          <a:p>
            <a:pPr lvl="0"/>
            <a:r>
              <a:rPr lang="en-US" smtClean="0"/>
              <a:t>Click to edit Master text styles</a:t>
            </a:r>
          </a:p>
          <a:p>
            <a:pPr lvl="1"/>
            <a:r>
              <a:rPr lang="en-US" smtClean="0"/>
              <a:t>Second level</a:t>
            </a:r>
          </a:p>
          <a:p>
            <a:pPr lvl="2"/>
            <a:r>
              <a:rPr lang="en-US" smtClean="0"/>
              <a:t>Third level</a:t>
            </a:r>
          </a:p>
        </p:txBody>
      </p:sp>
      <p:sp>
        <p:nvSpPr>
          <p:cNvPr id="12" name="Title 15"/>
          <p:cNvSpPr txBox="1">
            <a:spLocks/>
          </p:cNvSpPr>
          <p:nvPr userDrawn="1"/>
        </p:nvSpPr>
        <p:spPr bwMode="auto">
          <a:xfrm>
            <a:off x="563564" y="245814"/>
            <a:ext cx="1301205" cy="1406594"/>
          </a:xfrm>
          <a:prstGeom prst="rect">
            <a:avLst/>
          </a:prstGeom>
          <a:solidFill>
            <a:schemeClr val="accent3"/>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sz="8000" dirty="0" smtClean="0">
                <a:solidFill>
                  <a:srgbClr val="FFFFFF"/>
                </a:solidFill>
                <a:latin typeface="Calibri"/>
                <a:cs typeface="Calibri"/>
              </a:rPr>
              <a:t>3</a:t>
            </a:r>
            <a:endParaRPr lang="en-US" sz="8000" dirty="0">
              <a:solidFill>
                <a:srgbClr val="FFFFFF"/>
              </a:solidFill>
              <a:latin typeface="Calibri"/>
              <a:cs typeface="Calibri"/>
            </a:endParaRPr>
          </a:p>
        </p:txBody>
      </p:sp>
    </p:spTree>
    <p:extLst>
      <p:ext uri="{BB962C8B-B14F-4D97-AF65-F5344CB8AC3E}">
        <p14:creationId xmlns:p14="http://schemas.microsoft.com/office/powerpoint/2010/main" val="1769181936"/>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vider slide step4">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9" name="Round Same Side Corner Rectangle 8"/>
          <p:cNvSpPr/>
          <p:nvPr userDrawn="1"/>
        </p:nvSpPr>
        <p:spPr>
          <a:xfrm rot="10800000">
            <a:off x="228591" y="1652408"/>
            <a:ext cx="8688605" cy="4218900"/>
          </a:xfrm>
          <a:prstGeom prst="round2SameRect">
            <a:avLst>
              <a:gd name="adj1" fmla="val 1821"/>
              <a:gd name="adj2"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ound Same Side Corner Rectangle 9"/>
          <p:cNvSpPr/>
          <p:nvPr userDrawn="1"/>
        </p:nvSpPr>
        <p:spPr>
          <a:xfrm>
            <a:off x="228599" y="245814"/>
            <a:ext cx="8688605" cy="1406594"/>
          </a:xfrm>
          <a:prstGeom prst="round2SameRect">
            <a:avLst>
              <a:gd name="adj1" fmla="val 7370"/>
              <a:gd name="adj2" fmla="val 0"/>
            </a:avLst>
          </a:prstGeom>
          <a:gradFill>
            <a:gsLst>
              <a:gs pos="21000">
                <a:srgbClr val="81017E"/>
              </a:gs>
              <a:gs pos="100000">
                <a:srgbClr val="DA008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2"/>
          <p:cNvSpPr>
            <a:spLocks noGrp="1"/>
          </p:cNvSpPr>
          <p:nvPr>
            <p:ph type="body" sz="quarter" idx="10"/>
          </p:nvPr>
        </p:nvSpPr>
        <p:spPr>
          <a:xfrm>
            <a:off x="663575" y="1941534"/>
            <a:ext cx="7791450" cy="3929775"/>
          </a:xfrm>
        </p:spPr>
        <p:txBody>
          <a:bodyPr/>
          <a:lstStyle>
            <a:lvl1pPr>
              <a:defRPr sz="3000">
                <a:solidFill>
                  <a:srgbClr val="7030A0"/>
                </a:solidFill>
              </a:defRPr>
            </a:lvl1pPr>
            <a:lvl2pPr>
              <a:defRPr sz="1800"/>
            </a:lvl2pPr>
            <a:lvl3pPr>
              <a:defRPr sz="1800"/>
            </a:lvl3pPr>
          </a:lstStyle>
          <a:p>
            <a:pPr lvl="0"/>
            <a:r>
              <a:rPr lang="en-US" smtClean="0"/>
              <a:t>Click to edit Master text styles</a:t>
            </a:r>
          </a:p>
          <a:p>
            <a:pPr lvl="1"/>
            <a:r>
              <a:rPr lang="en-US" smtClean="0"/>
              <a:t>Second level</a:t>
            </a:r>
          </a:p>
          <a:p>
            <a:pPr lvl="2"/>
            <a:r>
              <a:rPr lang="en-US" smtClean="0"/>
              <a:t>Third level</a:t>
            </a:r>
          </a:p>
        </p:txBody>
      </p:sp>
      <p:sp>
        <p:nvSpPr>
          <p:cNvPr id="12" name="Title 15"/>
          <p:cNvSpPr txBox="1">
            <a:spLocks/>
          </p:cNvSpPr>
          <p:nvPr userDrawn="1"/>
        </p:nvSpPr>
        <p:spPr bwMode="auto">
          <a:xfrm>
            <a:off x="563564" y="245814"/>
            <a:ext cx="1309243" cy="1406594"/>
          </a:xfrm>
          <a:prstGeom prst="rect">
            <a:avLst/>
          </a:prstGeom>
          <a:solidFill>
            <a:srgbClr val="81017E"/>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sz="8000" dirty="0" smtClean="0">
                <a:solidFill>
                  <a:srgbClr val="FFFFFF"/>
                </a:solidFill>
                <a:latin typeface="Calibri"/>
                <a:cs typeface="Calibri"/>
              </a:rPr>
              <a:t>4</a:t>
            </a:r>
            <a:endParaRPr lang="en-US" sz="8000" dirty="0">
              <a:solidFill>
                <a:srgbClr val="FFFFFF"/>
              </a:solidFill>
              <a:latin typeface="Calibri"/>
              <a:cs typeface="Calibri"/>
            </a:endParaRPr>
          </a:p>
        </p:txBody>
      </p:sp>
    </p:spTree>
    <p:extLst>
      <p:ext uri="{BB962C8B-B14F-4D97-AF65-F5344CB8AC3E}">
        <p14:creationId xmlns:p14="http://schemas.microsoft.com/office/powerpoint/2010/main" val="827290283"/>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vider slide step5">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Round Same Side Corner Rectangle 9"/>
          <p:cNvSpPr/>
          <p:nvPr userDrawn="1"/>
        </p:nvSpPr>
        <p:spPr>
          <a:xfrm>
            <a:off x="228599" y="245814"/>
            <a:ext cx="8688605" cy="1406594"/>
          </a:xfrm>
          <a:prstGeom prst="round2SameRect">
            <a:avLst>
              <a:gd name="adj1" fmla="val 7370"/>
              <a:gd name="adj2" fmla="val 0"/>
            </a:avLst>
          </a:prstGeom>
          <a:gradFill>
            <a:gsLst>
              <a:gs pos="21000">
                <a:srgbClr val="0C2577"/>
              </a:gs>
              <a:gs pos="100000">
                <a:schemeClr val="accent5"/>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9" name="Round Same Side Corner Rectangle 8"/>
          <p:cNvSpPr/>
          <p:nvPr userDrawn="1"/>
        </p:nvSpPr>
        <p:spPr>
          <a:xfrm rot="10800000">
            <a:off x="228591" y="1652408"/>
            <a:ext cx="8688605" cy="4218900"/>
          </a:xfrm>
          <a:prstGeom prst="round2SameRect">
            <a:avLst>
              <a:gd name="adj1" fmla="val 1821"/>
              <a:gd name="adj2"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2"/>
          <p:cNvSpPr>
            <a:spLocks noGrp="1"/>
          </p:cNvSpPr>
          <p:nvPr>
            <p:ph type="body" sz="quarter" idx="10"/>
          </p:nvPr>
        </p:nvSpPr>
        <p:spPr>
          <a:xfrm>
            <a:off x="663575" y="1941534"/>
            <a:ext cx="7791450" cy="3929775"/>
          </a:xfrm>
        </p:spPr>
        <p:txBody>
          <a:bodyPr/>
          <a:lstStyle>
            <a:lvl1pPr>
              <a:defRPr sz="3000">
                <a:solidFill>
                  <a:srgbClr val="002060"/>
                </a:solidFill>
              </a:defRPr>
            </a:lvl1pPr>
            <a:lvl2pPr>
              <a:defRPr sz="1800"/>
            </a:lvl2pPr>
            <a:lvl3pPr>
              <a:defRPr sz="1800"/>
            </a:lvl3pPr>
          </a:lstStyle>
          <a:p>
            <a:pPr lvl="0"/>
            <a:r>
              <a:rPr lang="en-US" smtClean="0"/>
              <a:t>Click to edit Master text styles</a:t>
            </a:r>
          </a:p>
          <a:p>
            <a:pPr lvl="1"/>
            <a:r>
              <a:rPr lang="en-US" smtClean="0"/>
              <a:t>Second level</a:t>
            </a:r>
          </a:p>
          <a:p>
            <a:pPr lvl="2"/>
            <a:r>
              <a:rPr lang="en-US" smtClean="0"/>
              <a:t>Third level</a:t>
            </a:r>
          </a:p>
        </p:txBody>
      </p:sp>
      <p:sp>
        <p:nvSpPr>
          <p:cNvPr id="12" name="Title 15"/>
          <p:cNvSpPr txBox="1">
            <a:spLocks/>
          </p:cNvSpPr>
          <p:nvPr userDrawn="1"/>
        </p:nvSpPr>
        <p:spPr bwMode="auto">
          <a:xfrm>
            <a:off x="563564" y="245814"/>
            <a:ext cx="1301205" cy="1406594"/>
          </a:xfrm>
          <a:prstGeom prst="rect">
            <a:avLst/>
          </a:prstGeom>
          <a:solidFill>
            <a:srgbClr val="0C2577"/>
          </a:solid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sz="8000" dirty="0" smtClean="0">
                <a:solidFill>
                  <a:srgbClr val="FFFFFF"/>
                </a:solidFill>
                <a:latin typeface="Calibri"/>
                <a:cs typeface="Calibri"/>
              </a:rPr>
              <a:t>5</a:t>
            </a:r>
            <a:endParaRPr lang="en-US" sz="8000" dirty="0">
              <a:solidFill>
                <a:srgbClr val="FFFFFF"/>
              </a:solidFill>
              <a:latin typeface="Calibri"/>
              <a:cs typeface="Calibri"/>
            </a:endParaRPr>
          </a:p>
        </p:txBody>
      </p:sp>
    </p:spTree>
    <p:extLst>
      <p:ext uri="{BB962C8B-B14F-4D97-AF65-F5344CB8AC3E}">
        <p14:creationId xmlns:p14="http://schemas.microsoft.com/office/powerpoint/2010/main" val="827290283"/>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9" name="Picture 8"/>
          <p:cNvPicPr>
            <a:picLocks noChangeAspect="1"/>
          </p:cNvPicPr>
          <p:nvPr userDrawn="1"/>
        </p:nvPicPr>
        <p:blipFill rotWithShape="1">
          <a:blip r:embed="rId3"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8" name="Title 2"/>
          <p:cNvSpPr txBox="1">
            <a:spLocks/>
          </p:cNvSpPr>
          <p:nvPr userDrawn="1"/>
        </p:nvSpPr>
        <p:spPr bwMode="auto">
          <a:xfrm>
            <a:off x="563563" y="801264"/>
            <a:ext cx="4333875" cy="1295862"/>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noAutofit/>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pPr>
              <a:lnSpc>
                <a:spcPct val="90000"/>
              </a:lnSpc>
            </a:pPr>
            <a:r>
              <a:rPr lang="en-US" sz="3000" dirty="0" smtClean="0">
                <a:solidFill>
                  <a:schemeClr val="accent1"/>
                </a:solidFill>
                <a:cs typeface="Calibri"/>
              </a:rPr>
              <a:t>Q&amp;A</a:t>
            </a:r>
            <a:endParaRPr lang="en-US" sz="3000" dirty="0">
              <a:solidFill>
                <a:schemeClr val="accent1"/>
              </a:solidFill>
            </a:endParaRPr>
          </a:p>
        </p:txBody>
      </p:sp>
    </p:spTree>
    <p:extLst>
      <p:ext uri="{BB962C8B-B14F-4D97-AF65-F5344CB8AC3E}">
        <p14:creationId xmlns:p14="http://schemas.microsoft.com/office/powerpoint/2010/main" val="1012070848"/>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0" y="0"/>
            <a:ext cx="9143998" cy="6857998"/>
          </a:xfrm>
          <a:prstGeom prst="rect">
            <a:avLst/>
          </a:prstGeom>
        </p:spPr>
      </p:pic>
      <p:pic>
        <p:nvPicPr>
          <p:cNvPr id="9" name="Picture 8"/>
          <p:cNvPicPr>
            <a:picLocks noChangeAspect="1"/>
          </p:cNvPicPr>
          <p:nvPr userDrawn="1"/>
        </p:nvPicPr>
        <p:blipFill rotWithShape="1">
          <a:blip r:embed="rId3"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bg1"/>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bg1"/>
                </a:solidFill>
              </a:defRPr>
            </a:lvl1pPr>
          </a:lstStyle>
          <a:p>
            <a:pPr>
              <a:defRPr/>
            </a:pPr>
            <a:fld id="{8074B6C9-7640-0346-9181-9D7622A30249}" type="slidenum">
              <a:rPr lang="en-US" smtClean="0"/>
              <a:pPr>
                <a:defRPr/>
              </a:pPr>
              <a:t>‹#›</a:t>
            </a:fld>
            <a:endParaRPr lang="en-US" dirty="0"/>
          </a:p>
        </p:txBody>
      </p:sp>
      <p:sp>
        <p:nvSpPr>
          <p:cNvPr id="8" name="Title 2"/>
          <p:cNvSpPr txBox="1">
            <a:spLocks/>
          </p:cNvSpPr>
          <p:nvPr userDrawn="1"/>
        </p:nvSpPr>
        <p:spPr bwMode="auto">
          <a:xfrm>
            <a:off x="563563" y="801264"/>
            <a:ext cx="4333875" cy="1295862"/>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noAutofit/>
          </a:bodyPr>
          <a:lst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pPr>
              <a:lnSpc>
                <a:spcPct val="90000"/>
              </a:lnSpc>
            </a:pPr>
            <a:r>
              <a:rPr lang="en-US" sz="3000" dirty="0" smtClean="0">
                <a:solidFill>
                  <a:schemeClr val="accent1"/>
                </a:solidFill>
                <a:cs typeface="Calibri"/>
              </a:rPr>
              <a:t>Thank you.</a:t>
            </a:r>
            <a:endParaRPr lang="en-US" sz="3000" dirty="0">
              <a:solidFill>
                <a:schemeClr val="accent1"/>
              </a:solidFill>
            </a:endParaRPr>
          </a:p>
        </p:txBody>
      </p:sp>
    </p:spTree>
    <p:extLst>
      <p:ext uri="{BB962C8B-B14F-4D97-AF65-F5344CB8AC3E}">
        <p14:creationId xmlns:p14="http://schemas.microsoft.com/office/powerpoint/2010/main" val="2272145177"/>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lank slide gray">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rgbClr val="666666"/>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rgbClr val="666666"/>
                </a:solidFill>
              </a:defRPr>
            </a:lvl1pPr>
          </a:lstStyle>
          <a:p>
            <a:pPr>
              <a:defRPr/>
            </a:pPr>
            <a:fld id="{8074B6C9-7640-0346-9181-9D7622A30249}" type="slidenum">
              <a:rPr lang="en-US" smtClean="0"/>
              <a:pPr>
                <a:defRPr/>
              </a:pPr>
              <a:t>‹#›</a:t>
            </a:fld>
            <a:endParaRPr lang="en-US" dirty="0"/>
          </a:p>
        </p:txBody>
      </p:sp>
      <p:sp>
        <p:nvSpPr>
          <p:cNvPr id="41" name="Title 3"/>
          <p:cNvSpPr>
            <a:spLocks noGrp="1"/>
          </p:cNvSpPr>
          <p:nvPr>
            <p:ph type="title"/>
          </p:nvPr>
        </p:nvSpPr>
        <p:spPr>
          <a:xfrm>
            <a:off x="563563" y="517525"/>
            <a:ext cx="8004175" cy="768476"/>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2779613683"/>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slide whit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val="0"/>
              </a:ext>
            </a:extLst>
          </a:blip>
          <a:srcRect t="2100" r="1487" b="2284"/>
          <a:stretch/>
        </p:blipFill>
        <p:spPr>
          <a:xfrm>
            <a:off x="1" y="1"/>
            <a:ext cx="9143999" cy="6858000"/>
          </a:xfrm>
          <a:prstGeom prst="rect">
            <a:avLst/>
          </a:prstGeom>
        </p:spPr>
      </p:pic>
      <p:sp>
        <p:nvSpPr>
          <p:cNvPr id="10" name="Text Placeholder 2"/>
          <p:cNvSpPr>
            <a:spLocks noGrp="1"/>
          </p:cNvSpPr>
          <p:nvPr>
            <p:ph type="body" sz="quarter" idx="20"/>
          </p:nvPr>
        </p:nvSpPr>
        <p:spPr>
          <a:xfrm>
            <a:off x="566928" y="521208"/>
            <a:ext cx="7888287" cy="596900"/>
          </a:xfrm>
        </p:spPr>
        <p:txBody>
          <a:bodyPr>
            <a:normAutofit/>
          </a:bodyPr>
          <a:lstStyle>
            <a:lvl1pPr>
              <a:defRPr sz="2400" b="0">
                <a:solidFill>
                  <a:srgbClr val="067AB4"/>
                </a:solidFill>
              </a:defRPr>
            </a:lvl1pPr>
          </a:lstStyle>
          <a:p>
            <a:pPr lvl="0"/>
            <a:r>
              <a:rPr lang="en-US" smtClean="0"/>
              <a:t>Click to edit Master text styles</a:t>
            </a:r>
          </a:p>
        </p:txBody>
      </p:sp>
      <p:sp>
        <p:nvSpPr>
          <p:cNvPr id="13" name="Footer Placeholder 6"/>
          <p:cNvSpPr>
            <a:spLocks noGrp="1"/>
          </p:cNvSpPr>
          <p:nvPr>
            <p:ph type="ftr" sz="quarter" idx="3"/>
          </p:nvPr>
        </p:nvSpPr>
        <p:spPr>
          <a:xfrm>
            <a:off x="914400" y="6334573"/>
            <a:ext cx="5773738" cy="291652"/>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smtClean="0"/>
          </a:p>
          <a:p>
            <a:r>
              <a:rPr lang="en-US" smtClean="0"/>
              <a:t>AT&amp;T Proprietary (Internal Use Only) Not for use or disclosure outside the AT&amp;T companies except under written agreement.</a:t>
            </a:r>
            <a:endParaRPr lang="en-US" dirty="0"/>
          </a:p>
        </p:txBody>
      </p:sp>
      <p:sp>
        <p:nvSpPr>
          <p:cNvPr id="14" name="Slide Number Placeholder 7"/>
          <p:cNvSpPr>
            <a:spLocks noGrp="1"/>
          </p:cNvSpPr>
          <p:nvPr>
            <p:ph type="sldNum" sz="quarter" idx="4"/>
          </p:nvPr>
        </p:nvSpPr>
        <p:spPr>
          <a:xfrm>
            <a:off x="327025" y="6302344"/>
            <a:ext cx="336550" cy="323882"/>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Tree>
    <p:extLst>
      <p:ext uri="{BB962C8B-B14F-4D97-AF65-F5344CB8AC3E}">
        <p14:creationId xmlns:p14="http://schemas.microsoft.com/office/powerpoint/2010/main" val="151717788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63563" y="517525"/>
            <a:ext cx="8004175" cy="914400"/>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smtClean="0"/>
              <a:t>Click to edit Master title style</a:t>
            </a:r>
            <a:endParaRPr lang="en-US" dirty="0"/>
          </a:p>
        </p:txBody>
      </p:sp>
      <p:sp>
        <p:nvSpPr>
          <p:cNvPr id="1027" name="Text Placeholder 2"/>
          <p:cNvSpPr>
            <a:spLocks noGrp="1"/>
          </p:cNvSpPr>
          <p:nvPr>
            <p:ph type="body" idx="1"/>
          </p:nvPr>
        </p:nvSpPr>
        <p:spPr bwMode="auto">
          <a:xfrm>
            <a:off x="563563" y="1814513"/>
            <a:ext cx="7999412" cy="412432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Footer Placeholder 6"/>
          <p:cNvSpPr>
            <a:spLocks noGrp="1"/>
          </p:cNvSpPr>
          <p:nvPr>
            <p:ph type="ftr" sz="quarter" idx="3"/>
          </p:nvPr>
        </p:nvSpPr>
        <p:spPr>
          <a:xfrm>
            <a:off x="914400" y="6334573"/>
            <a:ext cx="5773738" cy="293688"/>
          </a:xfrm>
          <a:prstGeom prst="rect">
            <a:avLst/>
          </a:prstGeom>
        </p:spPr>
        <p:txBody>
          <a:bodyPr/>
          <a:lstStyle>
            <a:lvl1pPr>
              <a:defRPr sz="600">
                <a:solidFill>
                  <a:schemeClr val="tx2"/>
                </a:solidFill>
              </a:defRPr>
            </a:lvl1pPr>
          </a:lstStyle>
          <a:p>
            <a:r>
              <a:rPr lang="en-US" smtClean="0"/>
              <a:t>© 2014 AT&amp;T Intellectual Property. All rights reserved. AT&amp;T and the AT&amp;T logo are trademarks of AT&amp;T Intellectual Property.</a:t>
            </a:r>
            <a:endParaRPr lang="en-US" dirty="0"/>
          </a:p>
        </p:txBody>
      </p:sp>
      <p:sp>
        <p:nvSpPr>
          <p:cNvPr id="8" name="Slide Number Placeholder 7"/>
          <p:cNvSpPr>
            <a:spLocks noGrp="1"/>
          </p:cNvSpPr>
          <p:nvPr>
            <p:ph type="sldNum" sz="quarter" idx="4"/>
          </p:nvPr>
        </p:nvSpPr>
        <p:spPr>
          <a:xfrm>
            <a:off x="327025" y="6302343"/>
            <a:ext cx="336550" cy="365125"/>
          </a:xfrm>
          <a:prstGeom prst="rect">
            <a:avLst/>
          </a:prstGeom>
        </p:spPr>
        <p:txBody>
          <a:bodyPr/>
          <a:lstStyle>
            <a:lvl1pPr>
              <a:defRPr sz="800" b="1">
                <a:solidFill>
                  <a:schemeClr val="tx2"/>
                </a:solidFill>
              </a:defRPr>
            </a:lvl1pPr>
          </a:lstStyle>
          <a:p>
            <a:pPr>
              <a:defRPr/>
            </a:pPr>
            <a:fld id="{8074B6C9-7640-0346-9181-9D7622A30249}"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4000" r:id="rId1"/>
    <p:sldLayoutId id="2147484001" r:id="rId2"/>
    <p:sldLayoutId id="2147484100" r:id="rId3"/>
    <p:sldLayoutId id="2147484101" r:id="rId4"/>
    <p:sldLayoutId id="2147484102" r:id="rId5"/>
    <p:sldLayoutId id="2147484103" r:id="rId6"/>
    <p:sldLayoutId id="2147484104" r:id="rId7"/>
    <p:sldLayoutId id="2147484105" r:id="rId8"/>
    <p:sldLayoutId id="2147484106" r:id="rId9"/>
    <p:sldLayoutId id="2147484107" r:id="rId10"/>
    <p:sldLayoutId id="2147484108" r:id="rId11"/>
    <p:sldLayoutId id="2147484109" r:id="rId12"/>
    <p:sldLayoutId id="2147484110" r:id="rId13"/>
    <p:sldLayoutId id="2147484111" r:id="rId14"/>
    <p:sldLayoutId id="2147484112" r:id="rId15"/>
    <p:sldLayoutId id="2147484113" r:id="rId16"/>
    <p:sldLayoutId id="2147484114" r:id="rId17"/>
    <p:sldLayoutId id="2147484115" r:id="rId18"/>
    <p:sldLayoutId id="2147484116" r:id="rId19"/>
    <p:sldLayoutId id="2147484117" r:id="rId20"/>
    <p:sldLayoutId id="2147484118" r:id="rId21"/>
    <p:sldLayoutId id="2147484120" r:id="rId22"/>
    <p:sldLayoutId id="2147484121" r:id="rId23"/>
    <p:sldLayoutId id="2147484122" r:id="rId24"/>
    <p:sldLayoutId id="2147484123" r:id="rId25"/>
    <p:sldLayoutId id="2147484124" r:id="rId26"/>
    <p:sldLayoutId id="2147484063" r:id="rId27"/>
    <p:sldLayoutId id="2147484146" r:id="rId28"/>
    <p:sldLayoutId id="2147484023" r:id="rId29"/>
    <p:sldLayoutId id="2147484060" r:id="rId30"/>
    <p:sldLayoutId id="2147484145" r:id="rId31"/>
    <p:sldLayoutId id="2147484147" r:id="rId32"/>
    <p:sldLayoutId id="2147484148" r:id="rId33"/>
    <p:sldLayoutId id="2147484042" r:id="rId34"/>
    <p:sldLayoutId id="2147484174" r:id="rId35"/>
    <p:sldLayoutId id="2147484175" r:id="rId36"/>
    <p:sldLayoutId id="2147484134" r:id="rId37"/>
    <p:sldLayoutId id="2147484135" r:id="rId38"/>
    <p:sldLayoutId id="2147484019" r:id="rId39"/>
    <p:sldLayoutId id="2147484133" r:id="rId40"/>
    <p:sldLayoutId id="2147484132" r:id="rId41"/>
    <p:sldLayoutId id="2147484136" r:id="rId42"/>
    <p:sldLayoutId id="2147484137" r:id="rId43"/>
    <p:sldLayoutId id="2147484152" r:id="rId44"/>
    <p:sldLayoutId id="2147484138" r:id="rId45"/>
    <p:sldLayoutId id="2147484141" r:id="rId46"/>
    <p:sldLayoutId id="2147484142" r:id="rId47"/>
    <p:sldLayoutId id="2147484139" r:id="rId48"/>
    <p:sldLayoutId id="2147484140" r:id="rId49"/>
    <p:sldLayoutId id="2147484144" r:id="rId50"/>
    <p:sldLayoutId id="2147484173" r:id="rId51"/>
    <p:sldLayoutId id="2147484143" r:id="rId52"/>
    <p:sldLayoutId id="2147484160" r:id="rId53"/>
    <p:sldLayoutId id="2147484125" r:id="rId54"/>
    <p:sldLayoutId id="2147484126" r:id="rId55"/>
    <p:sldLayoutId id="2147484127" r:id="rId56"/>
    <p:sldLayoutId id="2147484128" r:id="rId57"/>
    <p:sldLayoutId id="2147484129" r:id="rId58"/>
    <p:sldLayoutId id="2147484161" r:id="rId59"/>
    <p:sldLayoutId id="2147484162" r:id="rId60"/>
    <p:sldLayoutId id="2147484163" r:id="rId61"/>
    <p:sldLayoutId id="2147484164" r:id="rId62"/>
    <p:sldLayoutId id="2147484165" r:id="rId63"/>
    <p:sldLayoutId id="2147484166" r:id="rId64"/>
    <p:sldLayoutId id="2147484168" r:id="rId65"/>
    <p:sldLayoutId id="2147484167" r:id="rId66"/>
    <p:sldLayoutId id="2147484172" r:id="rId67"/>
    <p:sldLayoutId id="2147484171" r:id="rId68"/>
    <p:sldLayoutId id="2147484170" r:id="rId69"/>
    <p:sldLayoutId id="2147484169" r:id="rId70"/>
    <p:sldLayoutId id="2147484151" r:id="rId71"/>
    <p:sldLayoutId id="2147484150" r:id="rId72"/>
    <p:sldLayoutId id="2147484149" r:id="rId73"/>
    <p:sldLayoutId id="2147484155" r:id="rId74"/>
    <p:sldLayoutId id="2147484156" r:id="rId75"/>
    <p:sldLayoutId id="2147484157" r:id="rId76"/>
    <p:sldLayoutId id="2147484158" r:id="rId77"/>
    <p:sldLayoutId id="2147484159" r:id="rId78"/>
    <p:sldLayoutId id="2147484130" r:id="rId79"/>
    <p:sldLayoutId id="2147484131" r:id="rId80"/>
    <p:sldLayoutId id="2147484153" r:id="rId81"/>
    <p:sldLayoutId id="2147484154" r:id="rId82"/>
  </p:sldLayoutIdLst>
  <p:timing>
    <p:tnLst>
      <p:par>
        <p:cTn id="1" dur="indefinite" restart="never" nodeType="tmRoot"/>
      </p:par>
    </p:tnLst>
  </p:timing>
  <p:hf hdr="0" dt="0"/>
  <p:txStyles>
    <p:titleStyle>
      <a:lvl1pPr algn="l" rtl="0" eaLnBrk="1" fontAlgn="base" hangingPunct="1">
        <a:spcBef>
          <a:spcPct val="0"/>
        </a:spcBef>
        <a:spcAft>
          <a:spcPct val="0"/>
        </a:spcAft>
        <a:defRPr sz="2400" kern="1200">
          <a:solidFill>
            <a:srgbClr val="067AB4"/>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p:titleStyle>
    <p:body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4.xml"/><Relationship Id="rId7" Type="http://schemas.openxmlformats.org/officeDocument/2006/relationships/image" Target="../media/image35.emf"/><Relationship Id="rId12" Type="http://schemas.openxmlformats.org/officeDocument/2006/relationships/image" Target="../media/image41.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40.png"/><Relationship Id="rId5" Type="http://schemas.openxmlformats.org/officeDocument/2006/relationships/image" Target="../media/image38.png"/><Relationship Id="rId10" Type="http://schemas.openxmlformats.org/officeDocument/2006/relationships/image" Target="../media/image39.png"/><Relationship Id="rId4" Type="http://schemas.openxmlformats.org/officeDocument/2006/relationships/image" Target="../media/image37.png"/><Relationship Id="rId9" Type="http://schemas.openxmlformats.org/officeDocument/2006/relationships/image" Target="../media/image36.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7.xml"/><Relationship Id="rId7" Type="http://schemas.openxmlformats.org/officeDocument/2006/relationships/image" Target="../media/image35.emf"/><Relationship Id="rId12" Type="http://schemas.openxmlformats.org/officeDocument/2006/relationships/image" Target="../media/image41.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40.png"/><Relationship Id="rId5" Type="http://schemas.openxmlformats.org/officeDocument/2006/relationships/image" Target="../media/image38.png"/><Relationship Id="rId10" Type="http://schemas.openxmlformats.org/officeDocument/2006/relationships/image" Target="../media/image39.png"/><Relationship Id="rId4" Type="http://schemas.openxmlformats.org/officeDocument/2006/relationships/image" Target="../media/image37.png"/><Relationship Id="rId9" Type="http://schemas.openxmlformats.org/officeDocument/2006/relationships/image" Target="../media/image36.emf"/></Relationships>
</file>

<file path=ppt/slides/_rels/slide8.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44.png"/><Relationship Id="rId3" Type="http://schemas.openxmlformats.org/officeDocument/2006/relationships/notesSlide" Target="../notesSlides/notesSlide8.xml"/><Relationship Id="rId7" Type="http://schemas.openxmlformats.org/officeDocument/2006/relationships/oleObject" Target="../embeddings/oleObject5.bin"/><Relationship Id="rId12" Type="http://schemas.openxmlformats.org/officeDocument/2006/relationships/image" Target="../media/image43.pn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38.png"/><Relationship Id="rId11" Type="http://schemas.openxmlformats.org/officeDocument/2006/relationships/image" Target="../media/image41.pn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0.png"/><Relationship Id="rId4" Type="http://schemas.openxmlformats.org/officeDocument/2006/relationships/image" Target="../media/image42.png"/><Relationship Id="rId9" Type="http://schemas.openxmlformats.org/officeDocument/2006/relationships/image" Target="../media/image39.pn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23.xml"/><Relationship Id="rId7" Type="http://schemas.openxmlformats.org/officeDocument/2006/relationships/image" Target="../media/image36.e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54.emf"/><Relationship Id="rId10" Type="http://schemas.openxmlformats.org/officeDocument/2006/relationships/image" Target="../media/image41.png"/><Relationship Id="rId4" Type="http://schemas.openxmlformats.org/officeDocument/2006/relationships/oleObject" Target="../embeddings/oleObject6.bin"/><Relationship Id="rId9" Type="http://schemas.openxmlformats.org/officeDocument/2006/relationships/image" Target="../media/image5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1</a:t>
            </a:fld>
            <a:endParaRPr lang="en-US" dirty="0"/>
          </a:p>
        </p:txBody>
      </p:sp>
      <p:sp>
        <p:nvSpPr>
          <p:cNvPr id="4" name="Text Placeholder 3"/>
          <p:cNvSpPr>
            <a:spLocks noGrp="1"/>
          </p:cNvSpPr>
          <p:nvPr>
            <p:ph type="body" sz="quarter" idx="10"/>
          </p:nvPr>
        </p:nvSpPr>
        <p:spPr/>
        <p:txBody>
          <a:bodyPr/>
          <a:lstStyle/>
          <a:p>
            <a:r>
              <a:rPr lang="en-US" dirty="0" err="1" smtClean="0">
                <a:solidFill>
                  <a:srgbClr val="81017E"/>
                </a:solidFill>
                <a:cs typeface="Calibri"/>
              </a:rPr>
              <a:t>IPSec</a:t>
            </a:r>
            <a:r>
              <a:rPr lang="en-US" dirty="0" smtClean="0">
                <a:solidFill>
                  <a:srgbClr val="81017E"/>
                </a:solidFill>
                <a:cs typeface="Calibri"/>
              </a:rPr>
              <a:t> and VPN</a:t>
            </a:r>
            <a:endParaRPr lang="en-US" dirty="0"/>
          </a:p>
        </p:txBody>
      </p:sp>
    </p:spTree>
    <p:extLst>
      <p:ext uri="{BB962C8B-B14F-4D97-AF65-F5344CB8AC3E}">
        <p14:creationId xmlns:p14="http://schemas.microsoft.com/office/powerpoint/2010/main" val="7248481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2</a:t>
            </a:fld>
            <a:endParaRPr lang="en-US" dirty="0"/>
          </a:p>
        </p:txBody>
      </p:sp>
      <p:sp>
        <p:nvSpPr>
          <p:cNvPr id="5"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cs typeface="Calibri"/>
              </a:rPr>
              <a:t>What is a VPN?</a:t>
            </a:r>
          </a:p>
          <a:p>
            <a:pPr marL="342900" indent="-342900">
              <a:buFont typeface="+mj-lt"/>
              <a:buAutoNum type="arabicPeriod"/>
            </a:pPr>
            <a:r>
              <a:rPr lang="en-US" spc="-30" dirty="0">
                <a:cs typeface="Calibri"/>
              </a:rPr>
              <a:t>Types of VPNs</a:t>
            </a:r>
          </a:p>
          <a:p>
            <a:pPr marL="342900" indent="-342900">
              <a:buFont typeface="+mj-lt"/>
              <a:buAutoNum type="arabicPeriod"/>
            </a:pPr>
            <a:r>
              <a:rPr lang="en-US" spc="-30" dirty="0">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smtClean="0"/>
              <a:t>Q&amp;A</a:t>
            </a:r>
            <a:endParaRPr lang="en-US" dirty="0"/>
          </a:p>
          <a:p>
            <a:endParaRPr lang="en-US" dirty="0"/>
          </a:p>
        </p:txBody>
      </p:sp>
      <p:sp>
        <p:nvSpPr>
          <p:cNvPr id="7"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Tree>
    <p:extLst>
      <p:ext uri="{BB962C8B-B14F-4D97-AF65-F5344CB8AC3E}">
        <p14:creationId xmlns:p14="http://schemas.microsoft.com/office/powerpoint/2010/main" val="448276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3</a:t>
            </a:fld>
            <a:endParaRPr lang="en-US" dirty="0"/>
          </a:p>
        </p:txBody>
      </p:sp>
      <p:sp>
        <p:nvSpPr>
          <p:cNvPr id="10"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11"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b="1" spc="-30" dirty="0">
                <a:solidFill>
                  <a:schemeClr val="accent1"/>
                </a:solidFill>
                <a:cs typeface="Calibri"/>
              </a:rPr>
              <a:t>What is a VPN?</a:t>
            </a:r>
          </a:p>
          <a:p>
            <a:pPr marL="342900" indent="-342900">
              <a:buFont typeface="+mj-lt"/>
              <a:buAutoNum type="arabicPeriod"/>
            </a:pPr>
            <a:r>
              <a:rPr lang="en-US" spc="-30" dirty="0">
                <a:cs typeface="Calibri"/>
              </a:rPr>
              <a:t>Types of VPNs</a:t>
            </a:r>
          </a:p>
          <a:p>
            <a:pPr marL="342900" indent="-342900">
              <a:buFont typeface="+mj-lt"/>
              <a:buAutoNum type="arabicPeriod"/>
            </a:pPr>
            <a:r>
              <a:rPr lang="en-US" spc="-30" dirty="0">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smtClean="0"/>
              <a:t>Q&amp;A</a:t>
            </a:r>
            <a:endParaRPr lang="en-US" dirty="0"/>
          </a:p>
          <a:p>
            <a:endParaRPr lang="en-US" dirty="0"/>
          </a:p>
        </p:txBody>
      </p:sp>
    </p:spTree>
    <p:extLst>
      <p:ext uri="{BB962C8B-B14F-4D97-AF65-F5344CB8AC3E}">
        <p14:creationId xmlns:p14="http://schemas.microsoft.com/office/powerpoint/2010/main" val="974710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p:cNvSpPr/>
          <p:nvPr/>
        </p:nvSpPr>
        <p:spPr>
          <a:xfrm>
            <a:off x="6751262" y="3168560"/>
            <a:ext cx="2047291" cy="2091924"/>
          </a:xfrm>
          <a:prstGeom prst="roundRect">
            <a:avLst/>
          </a:prstGeom>
          <a:solidFill>
            <a:schemeClr val="accent1">
              <a:lumMod val="50000"/>
              <a:alpha val="1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p:nvSpPr>
        <p:spPr>
          <a:xfrm>
            <a:off x="461995" y="3136662"/>
            <a:ext cx="2047291" cy="2126508"/>
          </a:xfrm>
          <a:prstGeom prst="roundRect">
            <a:avLst/>
          </a:prstGeom>
          <a:solidFill>
            <a:schemeClr val="bg1">
              <a:lumMod val="85000"/>
              <a:alpha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ctrTitle"/>
          </p:nvPr>
        </p:nvSpPr>
        <p:spPr>
          <a:xfrm>
            <a:off x="287116" y="566297"/>
            <a:ext cx="8010525" cy="682822"/>
          </a:xfrm>
        </p:spPr>
        <p:txBody>
          <a:bodyPr/>
          <a:lstStyle/>
          <a:p>
            <a:r>
              <a:rPr lang="en-US" dirty="0" smtClean="0"/>
              <a:t>What is a VPN?</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8" name="Cloud 7"/>
          <p:cNvSpPr/>
          <p:nvPr/>
        </p:nvSpPr>
        <p:spPr>
          <a:xfrm>
            <a:off x="2963188" y="3911345"/>
            <a:ext cx="3379013" cy="1295506"/>
          </a:xfrm>
          <a:prstGeom prst="cloud">
            <a:avLst/>
          </a:prstGeom>
          <a:solidFill>
            <a:srgbClr val="FF0000">
              <a:alpha val="3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Internet</a:t>
            </a:r>
            <a:endParaRPr lang="en-US" dirty="0">
              <a:solidFill>
                <a:schemeClr val="tx1"/>
              </a:solidFill>
            </a:endParaRPr>
          </a:p>
        </p:txBody>
      </p:sp>
      <p:pic>
        <p:nvPicPr>
          <p:cNvPr id="9" name="Picture 7" descr="laptop"/>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85640" y="3787359"/>
            <a:ext cx="687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69" descr="Icons_zusatz_people_hoch"/>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891781" y="3357822"/>
            <a:ext cx="4143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 name="Object 18"/>
          <p:cNvGraphicFramePr>
            <a:graphicFrameLocks noChangeAspect="1"/>
          </p:cNvGraphicFramePr>
          <p:nvPr>
            <p:extLst>
              <p:ext uri="{D42A27DB-BD31-4B8C-83A1-F6EECF244321}">
                <p14:modId xmlns:p14="http://schemas.microsoft.com/office/powerpoint/2010/main" val="2090752928"/>
              </p:ext>
            </p:extLst>
          </p:nvPr>
        </p:nvGraphicFramePr>
        <p:xfrm>
          <a:off x="6190150" y="4224841"/>
          <a:ext cx="657268" cy="557362"/>
        </p:xfrm>
        <a:graphic>
          <a:graphicData uri="http://schemas.openxmlformats.org/presentationml/2006/ole">
            <mc:AlternateContent xmlns:mc="http://schemas.openxmlformats.org/markup-compatibility/2006">
              <mc:Choice xmlns:v="urn:schemas-microsoft-com:vml" Requires="v">
                <p:oleObj spid="_x0000_s1576" name="Visio" r:id="rId6" imgW="991544" imgH="841983" progId="Visio.Drawing.11">
                  <p:embed/>
                </p:oleObj>
              </mc:Choice>
              <mc:Fallback>
                <p:oleObj name="Visio" r:id="rId6" imgW="991544" imgH="841983"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0150" y="4224841"/>
                        <a:ext cx="657268" cy="557362"/>
                      </a:xfrm>
                      <a:prstGeom prst="rect">
                        <a:avLst/>
                      </a:prstGeom>
                      <a:noFill/>
                      <a:ln>
                        <a:noFill/>
                      </a:ln>
                      <a:effectLst/>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1917856628"/>
              </p:ext>
            </p:extLst>
          </p:nvPr>
        </p:nvGraphicFramePr>
        <p:xfrm>
          <a:off x="2306118" y="4127060"/>
          <a:ext cx="780497" cy="718007"/>
        </p:xfrm>
        <a:graphic>
          <a:graphicData uri="http://schemas.openxmlformats.org/presentationml/2006/ole">
            <mc:AlternateContent xmlns:mc="http://schemas.openxmlformats.org/markup-compatibility/2006">
              <mc:Choice xmlns:v="urn:schemas-microsoft-com:vml" Requires="v">
                <p:oleObj spid="_x0000_s1577" name="Visio" r:id="rId8" imgW="971314" imgH="893864" progId="Visio.Drawing.11">
                  <p:embed/>
                </p:oleObj>
              </mc:Choice>
              <mc:Fallback>
                <p:oleObj name="Visio" r:id="rId8" imgW="971314" imgH="893864" progId="Visio.Drawing.11">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6118" y="4127060"/>
                        <a:ext cx="780497" cy="718007"/>
                      </a:xfrm>
                      <a:prstGeom prst="rect">
                        <a:avLst/>
                      </a:prstGeom>
                      <a:noFill/>
                      <a:ln>
                        <a:noFill/>
                      </a:ln>
                      <a:effectLst/>
                    </p:spPr>
                  </p:pic>
                </p:oleObj>
              </mc:Fallback>
            </mc:AlternateContent>
          </a:graphicData>
        </a:graphic>
      </p:graphicFrame>
      <p:pic>
        <p:nvPicPr>
          <p:cNvPr id="23" name="Picture 128" descr="database_server"/>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635333" y="4376069"/>
            <a:ext cx="4206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8" descr="openstage-telefon"/>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1192063" y="4460417"/>
            <a:ext cx="6302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5" descr="screen"/>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667232" y="3613654"/>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7" descr="laptop"/>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007112" y="4001329"/>
            <a:ext cx="687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8" descr="openstage-telefon"/>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7381654" y="4438756"/>
            <a:ext cx="6302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5" descr="screen"/>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7100041" y="3727635"/>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p:cNvSpPr txBox="1"/>
          <p:nvPr/>
        </p:nvSpPr>
        <p:spPr>
          <a:xfrm>
            <a:off x="650453" y="3157927"/>
            <a:ext cx="719171" cy="369332"/>
          </a:xfrm>
          <a:prstGeom prst="rect">
            <a:avLst/>
          </a:prstGeom>
          <a:noFill/>
        </p:spPr>
        <p:txBody>
          <a:bodyPr wrap="none" rtlCol="0">
            <a:spAutoFit/>
          </a:bodyPr>
          <a:lstStyle/>
          <a:p>
            <a:r>
              <a:rPr lang="en-US" dirty="0" smtClean="0"/>
              <a:t>Site A</a:t>
            </a:r>
            <a:endParaRPr lang="en-US" dirty="0"/>
          </a:p>
        </p:txBody>
      </p:sp>
      <p:sp>
        <p:nvSpPr>
          <p:cNvPr id="30" name="TextBox 29"/>
          <p:cNvSpPr txBox="1"/>
          <p:nvPr/>
        </p:nvSpPr>
        <p:spPr>
          <a:xfrm>
            <a:off x="6958919" y="3244322"/>
            <a:ext cx="711157" cy="369332"/>
          </a:xfrm>
          <a:prstGeom prst="rect">
            <a:avLst/>
          </a:prstGeom>
          <a:noFill/>
        </p:spPr>
        <p:txBody>
          <a:bodyPr wrap="none" rtlCol="0">
            <a:spAutoFit/>
          </a:bodyPr>
          <a:lstStyle/>
          <a:p>
            <a:r>
              <a:rPr lang="en-US" dirty="0" smtClean="0"/>
              <a:t>Site B</a:t>
            </a:r>
            <a:endParaRPr lang="en-US" dirty="0"/>
          </a:p>
        </p:txBody>
      </p:sp>
      <p:sp>
        <p:nvSpPr>
          <p:cNvPr id="31" name="Can 30"/>
          <p:cNvSpPr/>
          <p:nvPr/>
        </p:nvSpPr>
        <p:spPr>
          <a:xfrm rot="5400000">
            <a:off x="4462280" y="2558459"/>
            <a:ext cx="274427" cy="5022358"/>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69" descr="Icons_zusatz_people_hoch"/>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152955" y="3395672"/>
            <a:ext cx="4143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Freeform 33"/>
          <p:cNvSpPr/>
          <p:nvPr/>
        </p:nvSpPr>
        <p:spPr>
          <a:xfrm>
            <a:off x="1690577" y="5048412"/>
            <a:ext cx="5691077" cy="47772"/>
          </a:xfrm>
          <a:custGeom>
            <a:avLst/>
            <a:gdLst>
              <a:gd name="connsiteX0" fmla="*/ 0 w 5316279"/>
              <a:gd name="connsiteY0" fmla="*/ 0 h 42530"/>
              <a:gd name="connsiteX1" fmla="*/ 5316279 w 5316279"/>
              <a:gd name="connsiteY1" fmla="*/ 42530 h 42530"/>
            </a:gdLst>
            <a:ahLst/>
            <a:cxnLst>
              <a:cxn ang="0">
                <a:pos x="connsiteX0" y="connsiteY0"/>
              </a:cxn>
              <a:cxn ang="0">
                <a:pos x="connsiteX1" y="connsiteY1"/>
              </a:cxn>
            </a:cxnLst>
            <a:rect l="l" t="t" r="r" b="b"/>
            <a:pathLst>
              <a:path w="5316279" h="42530">
                <a:moveTo>
                  <a:pt x="0" y="0"/>
                </a:moveTo>
                <a:lnTo>
                  <a:pt x="5316279" y="42530"/>
                </a:lnTo>
              </a:path>
            </a:pathLst>
          </a:custGeom>
          <a:noFill/>
          <a:ln w="57150">
            <a:solidFill>
              <a:schemeClr val="tx1"/>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4"/>
          <p:cNvSpPr txBox="1">
            <a:spLocks/>
          </p:cNvSpPr>
          <p:nvPr/>
        </p:nvSpPr>
        <p:spPr bwMode="auto">
          <a:xfrm>
            <a:off x="663574" y="1659271"/>
            <a:ext cx="7903718"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Establish a connection between networks over an untrusted network provided via a tunnel</a:t>
            </a:r>
            <a:endParaRPr lang="en-US" sz="2400" dirty="0"/>
          </a:p>
        </p:txBody>
      </p:sp>
      <p:sp>
        <p:nvSpPr>
          <p:cNvPr id="3" name="Rectangle 2"/>
          <p:cNvSpPr/>
          <p:nvPr/>
        </p:nvSpPr>
        <p:spPr>
          <a:xfrm>
            <a:off x="4165965" y="5206851"/>
            <a:ext cx="732893" cy="461665"/>
          </a:xfrm>
          <a:prstGeom prst="rect">
            <a:avLst/>
          </a:prstGeom>
        </p:spPr>
        <p:txBody>
          <a:bodyPr wrap="none">
            <a:spAutoFit/>
          </a:bodyPr>
          <a:lstStyle/>
          <a:p>
            <a:r>
              <a:rPr lang="en-US" sz="2400" b="1" dirty="0" smtClean="0">
                <a:solidFill>
                  <a:schemeClr val="accent3">
                    <a:lumMod val="50000"/>
                  </a:schemeClr>
                </a:solidFill>
              </a:rPr>
              <a:t>VPN</a:t>
            </a:r>
            <a:endParaRPr lang="en-US" sz="2400" b="1" dirty="0">
              <a:solidFill>
                <a:schemeClr val="accent3">
                  <a:lumMod val="50000"/>
                </a:schemeClr>
              </a:solidFill>
            </a:endParaRPr>
          </a:p>
        </p:txBody>
      </p:sp>
    </p:spTree>
    <p:extLst>
      <p:ext uri="{BB962C8B-B14F-4D97-AF65-F5344CB8AC3E}">
        <p14:creationId xmlns:p14="http://schemas.microsoft.com/office/powerpoint/2010/main" val="34002781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5</a:t>
            </a:fld>
            <a:endParaRPr lang="en-US" dirty="0"/>
          </a:p>
        </p:txBody>
      </p:sp>
      <p:sp>
        <p:nvSpPr>
          <p:cNvPr id="9"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12"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solidFill>
                  <a:srgbClr val="666666"/>
                </a:solidFill>
                <a:cs typeface="Calibri"/>
              </a:rPr>
              <a:t>What is a VPN?</a:t>
            </a:r>
          </a:p>
          <a:p>
            <a:pPr marL="342900" indent="-342900">
              <a:buFont typeface="+mj-lt"/>
              <a:buAutoNum type="arabicPeriod"/>
            </a:pPr>
            <a:r>
              <a:rPr lang="en-US" b="1" spc="-30" dirty="0">
                <a:solidFill>
                  <a:schemeClr val="accent1"/>
                </a:solidFill>
                <a:cs typeface="Calibri"/>
              </a:rPr>
              <a:t>Types of VPNs</a:t>
            </a:r>
          </a:p>
          <a:p>
            <a:pPr marL="342900" indent="-342900">
              <a:buFont typeface="+mj-lt"/>
              <a:buAutoNum type="arabicPeriod"/>
            </a:pPr>
            <a:r>
              <a:rPr lang="en-US" spc="-30" dirty="0">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a:t>Q&amp;A</a:t>
            </a:r>
            <a:endParaRPr lang="en-US" dirty="0"/>
          </a:p>
          <a:p>
            <a:endParaRPr lang="en-US" dirty="0"/>
          </a:p>
          <a:p>
            <a:endParaRPr lang="en-US" dirty="0"/>
          </a:p>
        </p:txBody>
      </p:sp>
    </p:spTree>
    <p:extLst>
      <p:ext uri="{BB962C8B-B14F-4D97-AF65-F5344CB8AC3E}">
        <p14:creationId xmlns:p14="http://schemas.microsoft.com/office/powerpoint/2010/main" val="2951852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Types of VPNs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Site to Site</a:t>
            </a:r>
          </a:p>
          <a:p>
            <a:pPr marL="342900" indent="-342900">
              <a:buClr>
                <a:schemeClr val="accent5"/>
              </a:buClr>
              <a:buSzPct val="120000"/>
              <a:buFont typeface="Arial" panose="020B0604020202020204" pitchFamily="34" charset="0"/>
              <a:buChar char="•"/>
            </a:pPr>
            <a:endParaRPr lang="en-US" sz="2400" spc="-30" dirty="0" smtClean="0">
              <a:solidFill>
                <a:srgbClr val="666666"/>
              </a:solidFill>
              <a:cs typeface="Calibri"/>
            </a:endParaRP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Remote Access</a:t>
            </a:r>
            <a:endParaRPr lang="en-US" sz="2400" dirty="0"/>
          </a:p>
        </p:txBody>
      </p:sp>
    </p:spTree>
    <p:extLst>
      <p:ext uri="{BB962C8B-B14F-4D97-AF65-F5344CB8AC3E}">
        <p14:creationId xmlns:p14="http://schemas.microsoft.com/office/powerpoint/2010/main" val="3498355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Types of VPNs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chemeClr val="accent3"/>
                </a:solidFill>
                <a:cs typeface="Calibri"/>
              </a:rPr>
              <a:t>Site to Site</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Remote Access</a:t>
            </a:r>
            <a:endParaRPr lang="en-US" sz="2400" dirty="0"/>
          </a:p>
        </p:txBody>
      </p:sp>
      <p:sp>
        <p:nvSpPr>
          <p:cNvPr id="47" name="Rounded Rectangle 46"/>
          <p:cNvSpPr/>
          <p:nvPr/>
        </p:nvSpPr>
        <p:spPr>
          <a:xfrm>
            <a:off x="6932023" y="3253624"/>
            <a:ext cx="2047291" cy="2091924"/>
          </a:xfrm>
          <a:prstGeom prst="roundRect">
            <a:avLst/>
          </a:prstGeom>
          <a:solidFill>
            <a:schemeClr val="accent1">
              <a:lumMod val="50000"/>
              <a:alpha val="1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p:cNvSpPr/>
          <p:nvPr/>
        </p:nvSpPr>
        <p:spPr>
          <a:xfrm>
            <a:off x="642756" y="3221726"/>
            <a:ext cx="2047291" cy="2126508"/>
          </a:xfrm>
          <a:prstGeom prst="roundRect">
            <a:avLst/>
          </a:prstGeom>
          <a:solidFill>
            <a:schemeClr val="bg1">
              <a:lumMod val="85000"/>
              <a:alpha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loud 48"/>
          <p:cNvSpPr/>
          <p:nvPr/>
        </p:nvSpPr>
        <p:spPr>
          <a:xfrm>
            <a:off x="3143949" y="3996409"/>
            <a:ext cx="3379013" cy="1295506"/>
          </a:xfrm>
          <a:prstGeom prst="cloud">
            <a:avLst/>
          </a:prstGeom>
          <a:solidFill>
            <a:srgbClr val="FF0000">
              <a:alpha val="3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Internet</a:t>
            </a:r>
            <a:endParaRPr lang="en-US" dirty="0">
              <a:solidFill>
                <a:schemeClr val="tx1"/>
              </a:solidFill>
            </a:endParaRPr>
          </a:p>
        </p:txBody>
      </p:sp>
      <p:pic>
        <p:nvPicPr>
          <p:cNvPr id="50" name="Picture 7" descr="laptop"/>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66401" y="3872423"/>
            <a:ext cx="687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69" descr="Icons_zusatz_people_hoch"/>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072542" y="3442886"/>
            <a:ext cx="4143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2" name="Object 51"/>
          <p:cNvGraphicFramePr>
            <a:graphicFrameLocks noChangeAspect="1"/>
          </p:cNvGraphicFramePr>
          <p:nvPr>
            <p:extLst>
              <p:ext uri="{D42A27DB-BD31-4B8C-83A1-F6EECF244321}">
                <p14:modId xmlns:p14="http://schemas.microsoft.com/office/powerpoint/2010/main" val="4023758228"/>
              </p:ext>
            </p:extLst>
          </p:nvPr>
        </p:nvGraphicFramePr>
        <p:xfrm>
          <a:off x="6370911" y="4309905"/>
          <a:ext cx="657268" cy="557362"/>
        </p:xfrm>
        <a:graphic>
          <a:graphicData uri="http://schemas.openxmlformats.org/presentationml/2006/ole">
            <mc:AlternateContent xmlns:mc="http://schemas.openxmlformats.org/markup-compatibility/2006">
              <mc:Choice xmlns:v="urn:schemas-microsoft-com:vml" Requires="v">
                <p:oleObj spid="_x0000_s3606" name="Visio" r:id="rId6" imgW="991544" imgH="841983" progId="Visio.Drawing.11">
                  <p:embed/>
                </p:oleObj>
              </mc:Choice>
              <mc:Fallback>
                <p:oleObj name="Visio" r:id="rId6" imgW="991544" imgH="841983"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0911" y="4309905"/>
                        <a:ext cx="657268" cy="557362"/>
                      </a:xfrm>
                      <a:prstGeom prst="rect">
                        <a:avLst/>
                      </a:prstGeom>
                      <a:noFill/>
                      <a:ln>
                        <a:noFill/>
                      </a:ln>
                      <a:effectLst/>
                    </p:spPr>
                  </p:pic>
                </p:oleObj>
              </mc:Fallback>
            </mc:AlternateContent>
          </a:graphicData>
        </a:graphic>
      </p:graphicFrame>
      <p:graphicFrame>
        <p:nvGraphicFramePr>
          <p:cNvPr id="53" name="Object 52"/>
          <p:cNvGraphicFramePr>
            <a:graphicFrameLocks noChangeAspect="1"/>
          </p:cNvGraphicFramePr>
          <p:nvPr>
            <p:extLst>
              <p:ext uri="{D42A27DB-BD31-4B8C-83A1-F6EECF244321}">
                <p14:modId xmlns:p14="http://schemas.microsoft.com/office/powerpoint/2010/main" val="389301236"/>
              </p:ext>
            </p:extLst>
          </p:nvPr>
        </p:nvGraphicFramePr>
        <p:xfrm>
          <a:off x="2486879" y="4212124"/>
          <a:ext cx="780497" cy="718007"/>
        </p:xfrm>
        <a:graphic>
          <a:graphicData uri="http://schemas.openxmlformats.org/presentationml/2006/ole">
            <mc:AlternateContent xmlns:mc="http://schemas.openxmlformats.org/markup-compatibility/2006">
              <mc:Choice xmlns:v="urn:schemas-microsoft-com:vml" Requires="v">
                <p:oleObj spid="_x0000_s3607" name="Visio" r:id="rId8" imgW="971314" imgH="893864" progId="Visio.Drawing.11">
                  <p:embed/>
                </p:oleObj>
              </mc:Choice>
              <mc:Fallback>
                <p:oleObj name="Visio" r:id="rId8" imgW="971314" imgH="893864"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6879" y="4212124"/>
                        <a:ext cx="780497" cy="718007"/>
                      </a:xfrm>
                      <a:prstGeom prst="rect">
                        <a:avLst/>
                      </a:prstGeom>
                      <a:noFill/>
                      <a:ln>
                        <a:noFill/>
                      </a:ln>
                      <a:effectLst/>
                    </p:spPr>
                  </p:pic>
                </p:oleObj>
              </mc:Fallback>
            </mc:AlternateContent>
          </a:graphicData>
        </a:graphic>
      </p:graphicFrame>
      <p:pic>
        <p:nvPicPr>
          <p:cNvPr id="54" name="Picture 128" descr="database_server"/>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816094" y="4461133"/>
            <a:ext cx="4206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8" descr="openstage-telefon"/>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1372824" y="4545481"/>
            <a:ext cx="6302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15" descr="screen"/>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847993" y="3698718"/>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7" descr="laptop"/>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187873" y="4086393"/>
            <a:ext cx="687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8" descr="openstage-telefon"/>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7562415" y="4523820"/>
            <a:ext cx="6302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15" descr="screen"/>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7280802" y="3812699"/>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59"/>
          <p:cNvSpPr txBox="1"/>
          <p:nvPr/>
        </p:nvSpPr>
        <p:spPr>
          <a:xfrm>
            <a:off x="831214" y="3242991"/>
            <a:ext cx="719171" cy="369332"/>
          </a:xfrm>
          <a:prstGeom prst="rect">
            <a:avLst/>
          </a:prstGeom>
          <a:noFill/>
        </p:spPr>
        <p:txBody>
          <a:bodyPr wrap="none" rtlCol="0">
            <a:spAutoFit/>
          </a:bodyPr>
          <a:lstStyle/>
          <a:p>
            <a:r>
              <a:rPr lang="en-US" dirty="0" smtClean="0"/>
              <a:t>Site A</a:t>
            </a:r>
            <a:endParaRPr lang="en-US" dirty="0"/>
          </a:p>
        </p:txBody>
      </p:sp>
      <p:sp>
        <p:nvSpPr>
          <p:cNvPr id="61" name="TextBox 60"/>
          <p:cNvSpPr txBox="1"/>
          <p:nvPr/>
        </p:nvSpPr>
        <p:spPr>
          <a:xfrm>
            <a:off x="7139680" y="3329386"/>
            <a:ext cx="711157" cy="369332"/>
          </a:xfrm>
          <a:prstGeom prst="rect">
            <a:avLst/>
          </a:prstGeom>
          <a:noFill/>
        </p:spPr>
        <p:txBody>
          <a:bodyPr wrap="none" rtlCol="0">
            <a:spAutoFit/>
          </a:bodyPr>
          <a:lstStyle/>
          <a:p>
            <a:r>
              <a:rPr lang="en-US" dirty="0" smtClean="0"/>
              <a:t>Site B</a:t>
            </a:r>
            <a:endParaRPr lang="en-US" dirty="0"/>
          </a:p>
        </p:txBody>
      </p:sp>
      <p:sp>
        <p:nvSpPr>
          <p:cNvPr id="62" name="Can 61"/>
          <p:cNvSpPr/>
          <p:nvPr/>
        </p:nvSpPr>
        <p:spPr>
          <a:xfrm rot="5400000">
            <a:off x="4643041" y="2643523"/>
            <a:ext cx="274427" cy="5022358"/>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69" descr="Icons_zusatz_people_hoch"/>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333716" y="3480736"/>
            <a:ext cx="4143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Freeform 63"/>
          <p:cNvSpPr/>
          <p:nvPr/>
        </p:nvSpPr>
        <p:spPr>
          <a:xfrm>
            <a:off x="1871338" y="5133476"/>
            <a:ext cx="5691077" cy="47772"/>
          </a:xfrm>
          <a:custGeom>
            <a:avLst/>
            <a:gdLst>
              <a:gd name="connsiteX0" fmla="*/ 0 w 5316279"/>
              <a:gd name="connsiteY0" fmla="*/ 0 h 42530"/>
              <a:gd name="connsiteX1" fmla="*/ 5316279 w 5316279"/>
              <a:gd name="connsiteY1" fmla="*/ 42530 h 42530"/>
            </a:gdLst>
            <a:ahLst/>
            <a:cxnLst>
              <a:cxn ang="0">
                <a:pos x="connsiteX0" y="connsiteY0"/>
              </a:cxn>
              <a:cxn ang="0">
                <a:pos x="connsiteX1" y="connsiteY1"/>
              </a:cxn>
            </a:cxnLst>
            <a:rect l="l" t="t" r="r" b="b"/>
            <a:pathLst>
              <a:path w="5316279" h="42530">
                <a:moveTo>
                  <a:pt x="0" y="0"/>
                </a:moveTo>
                <a:lnTo>
                  <a:pt x="5316279" y="42530"/>
                </a:lnTo>
              </a:path>
            </a:pathLst>
          </a:custGeom>
          <a:noFill/>
          <a:ln w="57150">
            <a:solidFill>
              <a:schemeClr val="tx1"/>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060878" y="5571457"/>
            <a:ext cx="870291" cy="191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Data A-B</a:t>
            </a:r>
            <a:endParaRPr lang="en-US" b="1" dirty="0">
              <a:solidFill>
                <a:schemeClr val="bg1"/>
              </a:solidFill>
            </a:endParaRPr>
          </a:p>
        </p:txBody>
      </p:sp>
      <p:sp>
        <p:nvSpPr>
          <p:cNvPr id="25" name="Rectangle 24"/>
          <p:cNvSpPr/>
          <p:nvPr/>
        </p:nvSpPr>
        <p:spPr>
          <a:xfrm>
            <a:off x="2461301" y="5465130"/>
            <a:ext cx="1275758" cy="382773"/>
          </a:xfrm>
          <a:prstGeom prst="rect">
            <a:avLst/>
          </a:prstGeom>
          <a:solidFill>
            <a:schemeClr val="accent3">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smtClean="0">
                <a:solidFill>
                  <a:schemeClr val="tx1"/>
                </a:solidFill>
              </a:rPr>
              <a:t>Data A-B</a:t>
            </a:r>
            <a:endParaRPr lang="en-US" dirty="0">
              <a:solidFill>
                <a:schemeClr val="tx1"/>
              </a:solidFill>
            </a:endParaRPr>
          </a:p>
        </p:txBody>
      </p:sp>
      <p:sp>
        <p:nvSpPr>
          <p:cNvPr id="26" name="Rectangle 25"/>
          <p:cNvSpPr/>
          <p:nvPr/>
        </p:nvSpPr>
        <p:spPr>
          <a:xfrm>
            <a:off x="2788677" y="5571455"/>
            <a:ext cx="870291" cy="191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Data</a:t>
            </a:r>
            <a:r>
              <a:rPr lang="en-US" sz="1400" dirty="0" smtClean="0">
                <a:solidFill>
                  <a:schemeClr val="bg1"/>
                </a:solidFill>
              </a:rPr>
              <a:t> </a:t>
            </a:r>
            <a:r>
              <a:rPr lang="en-US" sz="1400" b="1" dirty="0" smtClean="0">
                <a:solidFill>
                  <a:schemeClr val="bg1"/>
                </a:solidFill>
              </a:rPr>
              <a:t>A-B</a:t>
            </a:r>
            <a:endParaRPr lang="en-US" b="1" dirty="0">
              <a:solidFill>
                <a:schemeClr val="bg1"/>
              </a:solidFill>
            </a:endParaRPr>
          </a:p>
        </p:txBody>
      </p:sp>
      <p:sp>
        <p:nvSpPr>
          <p:cNvPr id="28" name="Rectangle 27"/>
          <p:cNvSpPr/>
          <p:nvPr/>
        </p:nvSpPr>
        <p:spPr>
          <a:xfrm>
            <a:off x="5704230" y="5465127"/>
            <a:ext cx="1275758" cy="382773"/>
          </a:xfrm>
          <a:prstGeom prst="rect">
            <a:avLst/>
          </a:prstGeom>
          <a:solidFill>
            <a:schemeClr val="accent3">
              <a:lumMod val="75000"/>
            </a:schemeClr>
          </a:solidFill>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smtClean="0">
                <a:solidFill>
                  <a:schemeClr val="tx1"/>
                </a:solidFill>
              </a:rPr>
              <a:t>Data A-B</a:t>
            </a:r>
            <a:endParaRPr lang="en-US" dirty="0">
              <a:solidFill>
                <a:schemeClr val="tx1"/>
              </a:solidFill>
            </a:endParaRPr>
          </a:p>
        </p:txBody>
      </p:sp>
      <p:sp>
        <p:nvSpPr>
          <p:cNvPr id="29" name="Rectangle 28"/>
          <p:cNvSpPr/>
          <p:nvPr/>
        </p:nvSpPr>
        <p:spPr>
          <a:xfrm>
            <a:off x="5998555" y="5571452"/>
            <a:ext cx="870291" cy="191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Data</a:t>
            </a:r>
            <a:r>
              <a:rPr lang="en-US" sz="1400" dirty="0" smtClean="0">
                <a:solidFill>
                  <a:schemeClr val="bg1"/>
                </a:solidFill>
              </a:rPr>
              <a:t> </a:t>
            </a:r>
            <a:r>
              <a:rPr lang="en-US" sz="1400" b="1" dirty="0" smtClean="0">
                <a:solidFill>
                  <a:schemeClr val="bg1"/>
                </a:solidFill>
              </a:rPr>
              <a:t>A-B</a:t>
            </a:r>
            <a:endParaRPr lang="en-US" b="1" dirty="0">
              <a:solidFill>
                <a:schemeClr val="bg1"/>
              </a:solidFill>
            </a:endParaRPr>
          </a:p>
        </p:txBody>
      </p:sp>
      <p:sp>
        <p:nvSpPr>
          <p:cNvPr id="30" name="Rectangle 29"/>
          <p:cNvSpPr/>
          <p:nvPr/>
        </p:nvSpPr>
        <p:spPr>
          <a:xfrm>
            <a:off x="7531155" y="5571447"/>
            <a:ext cx="870291" cy="191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Data A-B</a:t>
            </a:r>
            <a:endParaRPr lang="en-US" b="1" dirty="0">
              <a:solidFill>
                <a:schemeClr val="bg1"/>
              </a:solidFill>
            </a:endParaRPr>
          </a:p>
        </p:txBody>
      </p:sp>
      <p:cxnSp>
        <p:nvCxnSpPr>
          <p:cNvPr id="6" name="Straight Arrow Connector 5"/>
          <p:cNvCxnSpPr/>
          <p:nvPr/>
        </p:nvCxnSpPr>
        <p:spPr>
          <a:xfrm>
            <a:off x="2072542" y="5667149"/>
            <a:ext cx="281246" cy="0"/>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3933240" y="5645879"/>
            <a:ext cx="1659486" cy="0"/>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7056710" y="5656513"/>
            <a:ext cx="442546" cy="10627"/>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1097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loud 48"/>
          <p:cNvSpPr/>
          <p:nvPr/>
        </p:nvSpPr>
        <p:spPr>
          <a:xfrm>
            <a:off x="3303444" y="4251601"/>
            <a:ext cx="3379013" cy="1295506"/>
          </a:xfrm>
          <a:prstGeom prst="cloud">
            <a:avLst/>
          </a:prstGeom>
          <a:solidFill>
            <a:srgbClr val="FF0000">
              <a:alpha val="3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Internet</a:t>
            </a:r>
            <a:endParaRPr lang="en-US" dirty="0">
              <a:solidFill>
                <a:schemeClr val="tx1"/>
              </a:solidFill>
            </a:endParaRPr>
          </a:p>
        </p:txBody>
      </p:sp>
      <p:pic>
        <p:nvPicPr>
          <p:cNvPr id="27" name="Picture 69" descr="Icons_zusatz_people_hoch"/>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936974" y="3505373"/>
            <a:ext cx="647974" cy="80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69" descr="Icons_zusatz_people_hoch"/>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65221" y="5435462"/>
            <a:ext cx="647974" cy="80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ctrTitle"/>
          </p:nvPr>
        </p:nvSpPr>
        <p:spPr>
          <a:xfrm>
            <a:off x="287116" y="566297"/>
            <a:ext cx="8010525" cy="682822"/>
          </a:xfrm>
        </p:spPr>
        <p:txBody>
          <a:bodyPr/>
          <a:lstStyle/>
          <a:p>
            <a:r>
              <a:rPr lang="en-US" dirty="0" smtClean="0"/>
              <a:t>Types of VPNs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363"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Site to Site</a:t>
            </a:r>
          </a:p>
          <a:p>
            <a:pPr marL="342900" indent="-342900">
              <a:buClr>
                <a:schemeClr val="accent5"/>
              </a:buClr>
              <a:buSzPct val="120000"/>
              <a:buFont typeface="Arial" panose="020B0604020202020204" pitchFamily="34" charset="0"/>
              <a:buChar char="•"/>
            </a:pPr>
            <a:r>
              <a:rPr lang="en-US" sz="2400" spc="-30" dirty="0" smtClean="0">
                <a:solidFill>
                  <a:schemeClr val="accent3"/>
                </a:solidFill>
                <a:cs typeface="Calibri"/>
              </a:rPr>
              <a:t>Remote Access</a:t>
            </a:r>
            <a:endParaRPr lang="en-US" sz="2400" dirty="0">
              <a:solidFill>
                <a:schemeClr val="accent3"/>
              </a:solidFill>
            </a:endParaRPr>
          </a:p>
        </p:txBody>
      </p:sp>
      <p:sp>
        <p:nvSpPr>
          <p:cNvPr id="48" name="Rounded Rectangle 47"/>
          <p:cNvSpPr/>
          <p:nvPr/>
        </p:nvSpPr>
        <p:spPr>
          <a:xfrm>
            <a:off x="802251" y="3476918"/>
            <a:ext cx="2047291" cy="2126508"/>
          </a:xfrm>
          <a:prstGeom prst="roundRect">
            <a:avLst/>
          </a:prstGeom>
          <a:solidFill>
            <a:schemeClr val="bg1">
              <a:lumMod val="85000"/>
              <a:alpha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7" descr="laptop"/>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825896" y="4127615"/>
            <a:ext cx="687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69" descr="Icons_zusatz_people_hoch"/>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232037" y="3698078"/>
            <a:ext cx="4143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 name="Object 52"/>
          <p:cNvGraphicFramePr>
            <a:graphicFrameLocks noChangeAspect="1"/>
          </p:cNvGraphicFramePr>
          <p:nvPr>
            <p:extLst>
              <p:ext uri="{D42A27DB-BD31-4B8C-83A1-F6EECF244321}">
                <p14:modId xmlns:p14="http://schemas.microsoft.com/office/powerpoint/2010/main" val="122414316"/>
              </p:ext>
            </p:extLst>
          </p:nvPr>
        </p:nvGraphicFramePr>
        <p:xfrm>
          <a:off x="2646374" y="4467316"/>
          <a:ext cx="780497" cy="718007"/>
        </p:xfrm>
        <a:graphic>
          <a:graphicData uri="http://schemas.openxmlformats.org/presentationml/2006/ole">
            <mc:AlternateContent xmlns:mc="http://schemas.openxmlformats.org/markup-compatibility/2006">
              <mc:Choice xmlns:v="urn:schemas-microsoft-com:vml" Requires="v">
                <p:oleObj spid="_x0000_s4363" name="Visio" r:id="rId7" imgW="971314" imgH="893864" progId="Visio.Drawing.11">
                  <p:embed/>
                </p:oleObj>
              </mc:Choice>
              <mc:Fallback>
                <p:oleObj name="Visio" r:id="rId7" imgW="971314" imgH="893864"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6374" y="4467316"/>
                        <a:ext cx="780497" cy="718007"/>
                      </a:xfrm>
                      <a:prstGeom prst="rect">
                        <a:avLst/>
                      </a:prstGeom>
                      <a:noFill/>
                      <a:ln>
                        <a:noFill/>
                      </a:ln>
                      <a:effectLst/>
                    </p:spPr>
                  </p:pic>
                </p:oleObj>
              </mc:Fallback>
            </mc:AlternateContent>
          </a:graphicData>
        </a:graphic>
      </p:graphicFrame>
      <p:pic>
        <p:nvPicPr>
          <p:cNvPr id="54" name="Picture 128" descr="database_serve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975589" y="4716325"/>
            <a:ext cx="4206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8" descr="openstage-telefon"/>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1532319" y="4800673"/>
            <a:ext cx="6302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15" descr="screen"/>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1007488" y="3953910"/>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Box 59"/>
          <p:cNvSpPr txBox="1"/>
          <p:nvPr/>
        </p:nvSpPr>
        <p:spPr>
          <a:xfrm>
            <a:off x="990709" y="3498183"/>
            <a:ext cx="719171" cy="369332"/>
          </a:xfrm>
          <a:prstGeom prst="rect">
            <a:avLst/>
          </a:prstGeom>
          <a:noFill/>
        </p:spPr>
        <p:txBody>
          <a:bodyPr wrap="none" rtlCol="0">
            <a:spAutoFit/>
          </a:bodyPr>
          <a:lstStyle/>
          <a:p>
            <a:r>
              <a:rPr lang="en-US" dirty="0" smtClean="0"/>
              <a:t>Site A</a:t>
            </a:r>
            <a:endParaRPr lang="en-US" dirty="0"/>
          </a:p>
        </p:txBody>
      </p:sp>
      <p:pic>
        <p:nvPicPr>
          <p:cNvPr id="23" name="Picture 69" descr="Icons_zusatz_people_hoch"/>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597271" y="3093509"/>
            <a:ext cx="647974" cy="80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34" descr="branch offices blau"/>
          <p:cNvPicPr preferRelativeResize="0">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6358606" y="3959172"/>
            <a:ext cx="754589" cy="92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5" descr="factories andwarehouses blau"/>
          <p:cNvPicPr preferRelativeResize="0">
            <a:picLocks noChangeAspect="1" noChangeArrowheads="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5835081" y="5137750"/>
            <a:ext cx="820329" cy="93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40" descr="homeoffice blau"/>
          <p:cNvPicPr preferRelativeResize="0">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5139756" y="3698078"/>
            <a:ext cx="877221" cy="81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7" descr="laptop"/>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6789208" y="5989608"/>
            <a:ext cx="471753" cy="39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7" descr="laptop"/>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7349071" y="4054401"/>
            <a:ext cx="471753" cy="39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7" descr="laptop"/>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6016977" y="3598587"/>
            <a:ext cx="471753" cy="39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3067186" y="4102327"/>
            <a:ext cx="3458696" cy="1245459"/>
            <a:chOff x="2726930" y="4102327"/>
            <a:chExt cx="3458696" cy="1245459"/>
          </a:xfrm>
        </p:grpSpPr>
        <p:sp>
          <p:nvSpPr>
            <p:cNvPr id="33" name="Can 32"/>
            <p:cNvSpPr/>
            <p:nvPr/>
          </p:nvSpPr>
          <p:spPr>
            <a:xfrm rot="5400000">
              <a:off x="3746167" y="3723764"/>
              <a:ext cx="274427" cy="2312902"/>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an 33"/>
            <p:cNvSpPr/>
            <p:nvPr/>
          </p:nvSpPr>
          <p:spPr>
            <a:xfrm rot="2217120">
              <a:off x="4853255" y="4102327"/>
              <a:ext cx="274427" cy="948701"/>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Can 34"/>
            <p:cNvSpPr/>
            <p:nvPr/>
          </p:nvSpPr>
          <p:spPr>
            <a:xfrm rot="4339782">
              <a:off x="5325486" y="3927159"/>
              <a:ext cx="274427" cy="1445852"/>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n 35"/>
            <p:cNvSpPr/>
            <p:nvPr/>
          </p:nvSpPr>
          <p:spPr>
            <a:xfrm rot="7490484">
              <a:off x="5109168" y="4487647"/>
              <a:ext cx="274427" cy="1445852"/>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reeform 4"/>
          <p:cNvSpPr/>
          <p:nvPr/>
        </p:nvSpPr>
        <p:spPr>
          <a:xfrm>
            <a:off x="2456135" y="3785190"/>
            <a:ext cx="3551274" cy="1121738"/>
          </a:xfrm>
          <a:custGeom>
            <a:avLst/>
            <a:gdLst>
              <a:gd name="connsiteX0" fmla="*/ 3551274 w 3551274"/>
              <a:gd name="connsiteY0" fmla="*/ 0 h 1121738"/>
              <a:gd name="connsiteX1" fmla="*/ 2732568 w 3551274"/>
              <a:gd name="connsiteY1" fmla="*/ 1020725 h 1121738"/>
              <a:gd name="connsiteX2" fmla="*/ 0 w 3551274"/>
              <a:gd name="connsiteY2" fmla="*/ 1084521 h 1121738"/>
              <a:gd name="connsiteX3" fmla="*/ 0 w 3551274"/>
              <a:gd name="connsiteY3" fmla="*/ 1084521 h 1121738"/>
            </a:gdLst>
            <a:ahLst/>
            <a:cxnLst>
              <a:cxn ang="0">
                <a:pos x="connsiteX0" y="connsiteY0"/>
              </a:cxn>
              <a:cxn ang="0">
                <a:pos x="connsiteX1" y="connsiteY1"/>
              </a:cxn>
              <a:cxn ang="0">
                <a:pos x="connsiteX2" y="connsiteY2"/>
              </a:cxn>
              <a:cxn ang="0">
                <a:pos x="connsiteX3" y="connsiteY3"/>
              </a:cxn>
            </a:cxnLst>
            <a:rect l="l" t="t" r="r" b="b"/>
            <a:pathLst>
              <a:path w="3551274" h="1121738">
                <a:moveTo>
                  <a:pt x="3551274" y="0"/>
                </a:moveTo>
                <a:cubicBezTo>
                  <a:pt x="3437860" y="419986"/>
                  <a:pt x="3324447" y="839972"/>
                  <a:pt x="2732568" y="1020725"/>
                </a:cubicBezTo>
                <a:cubicBezTo>
                  <a:pt x="2140689" y="1201479"/>
                  <a:pt x="0" y="1084521"/>
                  <a:pt x="0" y="1084521"/>
                </a:cubicBezTo>
                <a:lnTo>
                  <a:pt x="0" y="1084521"/>
                </a:lnTo>
              </a:path>
            </a:pathLst>
          </a:custGeom>
          <a:noFill/>
          <a:ln w="28575">
            <a:solidFill>
              <a:schemeClr val="tx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5295028" y="4253023"/>
            <a:ext cx="1892595" cy="563526"/>
          </a:xfrm>
          <a:custGeom>
            <a:avLst/>
            <a:gdLst>
              <a:gd name="connsiteX0" fmla="*/ 0 w 1892595"/>
              <a:gd name="connsiteY0" fmla="*/ 563526 h 563526"/>
              <a:gd name="connsiteX1" fmla="*/ 1892595 w 1892595"/>
              <a:gd name="connsiteY1" fmla="*/ 0 h 563526"/>
              <a:gd name="connsiteX2" fmla="*/ 1892595 w 1892595"/>
              <a:gd name="connsiteY2" fmla="*/ 0 h 563526"/>
            </a:gdLst>
            <a:ahLst/>
            <a:cxnLst>
              <a:cxn ang="0">
                <a:pos x="connsiteX0" y="connsiteY0"/>
              </a:cxn>
              <a:cxn ang="0">
                <a:pos x="connsiteX1" y="connsiteY1"/>
              </a:cxn>
              <a:cxn ang="0">
                <a:pos x="connsiteX2" y="connsiteY2"/>
              </a:cxn>
            </a:cxnLst>
            <a:rect l="l" t="t" r="r" b="b"/>
            <a:pathLst>
              <a:path w="1892595" h="563526">
                <a:moveTo>
                  <a:pt x="0" y="563526"/>
                </a:moveTo>
                <a:lnTo>
                  <a:pt x="1892595" y="0"/>
                </a:lnTo>
                <a:lnTo>
                  <a:pt x="1892595" y="0"/>
                </a:lnTo>
              </a:path>
            </a:pathLst>
          </a:custGeom>
          <a:noFill/>
          <a:ln w="28575">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4869726" y="4850879"/>
            <a:ext cx="1807535" cy="1135251"/>
          </a:xfrm>
          <a:custGeom>
            <a:avLst/>
            <a:gdLst>
              <a:gd name="connsiteX0" fmla="*/ 0 w 1807535"/>
              <a:gd name="connsiteY0" fmla="*/ 40098 h 1135251"/>
              <a:gd name="connsiteX1" fmla="*/ 350874 w 1807535"/>
              <a:gd name="connsiteY1" fmla="*/ 103893 h 1135251"/>
              <a:gd name="connsiteX2" fmla="*/ 1499190 w 1807535"/>
              <a:gd name="connsiteY2" fmla="*/ 933233 h 1135251"/>
              <a:gd name="connsiteX3" fmla="*/ 1807535 w 1807535"/>
              <a:gd name="connsiteY3" fmla="*/ 1135251 h 1135251"/>
              <a:gd name="connsiteX4" fmla="*/ 1807535 w 1807535"/>
              <a:gd name="connsiteY4" fmla="*/ 1135251 h 113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7535" h="1135251">
                <a:moveTo>
                  <a:pt x="0" y="40098"/>
                </a:moveTo>
                <a:cubicBezTo>
                  <a:pt x="50504" y="-2433"/>
                  <a:pt x="101009" y="-44963"/>
                  <a:pt x="350874" y="103893"/>
                </a:cubicBezTo>
                <a:cubicBezTo>
                  <a:pt x="600739" y="252749"/>
                  <a:pt x="1256413" y="761340"/>
                  <a:pt x="1499190" y="933233"/>
                </a:cubicBezTo>
                <a:cubicBezTo>
                  <a:pt x="1741967" y="1105126"/>
                  <a:pt x="1807535" y="1135251"/>
                  <a:pt x="1807535" y="1135251"/>
                </a:cubicBezTo>
                <a:lnTo>
                  <a:pt x="1807535" y="1135251"/>
                </a:lnTo>
              </a:path>
            </a:pathLst>
          </a:custGeom>
          <a:noFill/>
          <a:ln w="28575">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5257015" y="2734882"/>
            <a:ext cx="721672" cy="338554"/>
          </a:xfrm>
          <a:prstGeom prst="rect">
            <a:avLst/>
          </a:prstGeom>
          <a:noFill/>
        </p:spPr>
        <p:txBody>
          <a:bodyPr wrap="none" rtlCol="0">
            <a:spAutoFit/>
          </a:bodyPr>
          <a:lstStyle/>
          <a:p>
            <a:r>
              <a:rPr lang="en-US" sz="1600" dirty="0" smtClean="0"/>
              <a:t>User 1</a:t>
            </a:r>
            <a:endParaRPr lang="en-US" sz="1600" dirty="0"/>
          </a:p>
        </p:txBody>
      </p:sp>
      <p:sp>
        <p:nvSpPr>
          <p:cNvPr id="41" name="TextBox 40"/>
          <p:cNvSpPr txBox="1"/>
          <p:nvPr/>
        </p:nvSpPr>
        <p:spPr>
          <a:xfrm>
            <a:off x="6936974" y="3140679"/>
            <a:ext cx="721672" cy="338554"/>
          </a:xfrm>
          <a:prstGeom prst="rect">
            <a:avLst/>
          </a:prstGeom>
          <a:noFill/>
        </p:spPr>
        <p:txBody>
          <a:bodyPr wrap="none" rtlCol="0">
            <a:spAutoFit/>
          </a:bodyPr>
          <a:lstStyle/>
          <a:p>
            <a:r>
              <a:rPr lang="en-US" sz="1600" dirty="0" smtClean="0"/>
              <a:t>User 2</a:t>
            </a:r>
            <a:endParaRPr lang="en-US" sz="1600" dirty="0"/>
          </a:p>
        </p:txBody>
      </p:sp>
      <p:sp>
        <p:nvSpPr>
          <p:cNvPr id="42" name="TextBox 41"/>
          <p:cNvSpPr txBox="1"/>
          <p:nvPr/>
        </p:nvSpPr>
        <p:spPr>
          <a:xfrm>
            <a:off x="6771717" y="5096908"/>
            <a:ext cx="724878" cy="338554"/>
          </a:xfrm>
          <a:prstGeom prst="rect">
            <a:avLst/>
          </a:prstGeom>
          <a:noFill/>
        </p:spPr>
        <p:txBody>
          <a:bodyPr wrap="none" rtlCol="0">
            <a:spAutoFit/>
          </a:bodyPr>
          <a:lstStyle/>
          <a:p>
            <a:r>
              <a:rPr lang="en-US" sz="1600" dirty="0" smtClean="0"/>
              <a:t>User n</a:t>
            </a:r>
            <a:endParaRPr lang="en-US" sz="1600" dirty="0"/>
          </a:p>
        </p:txBody>
      </p:sp>
    </p:spTree>
    <p:extLst>
      <p:ext uri="{BB962C8B-B14F-4D97-AF65-F5344CB8AC3E}">
        <p14:creationId xmlns:p14="http://schemas.microsoft.com/office/powerpoint/2010/main" val="1644868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9</a:t>
            </a:fld>
            <a:endParaRPr lang="en-US" dirty="0"/>
          </a:p>
        </p:txBody>
      </p:sp>
      <p:sp>
        <p:nvSpPr>
          <p:cNvPr id="8"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9"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solidFill>
                  <a:srgbClr val="666666"/>
                </a:solidFill>
                <a:cs typeface="Calibri"/>
              </a:rPr>
              <a:t>What is a VPN?</a:t>
            </a:r>
          </a:p>
          <a:p>
            <a:pPr marL="342900" indent="-342900">
              <a:buFont typeface="+mj-lt"/>
              <a:buAutoNum type="arabicPeriod"/>
            </a:pPr>
            <a:r>
              <a:rPr lang="en-US" spc="-30" dirty="0">
                <a:cs typeface="Calibri"/>
              </a:rPr>
              <a:t>Types of VPNs</a:t>
            </a:r>
          </a:p>
          <a:p>
            <a:pPr marL="342900" indent="-342900">
              <a:buFont typeface="+mj-lt"/>
              <a:buAutoNum type="arabicPeriod"/>
            </a:pPr>
            <a:r>
              <a:rPr lang="en-US" b="1" spc="-30" dirty="0">
                <a:solidFill>
                  <a:schemeClr val="accent1"/>
                </a:solidFill>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a:t>Q&amp;A</a:t>
            </a:r>
            <a:endParaRPr lang="en-US" dirty="0"/>
          </a:p>
          <a:p>
            <a:endParaRPr lang="en-US" dirty="0"/>
          </a:p>
          <a:p>
            <a:endParaRPr lang="en-US" dirty="0"/>
          </a:p>
        </p:txBody>
      </p:sp>
    </p:spTree>
    <p:extLst>
      <p:ext uri="{BB962C8B-B14F-4D97-AF65-F5344CB8AC3E}">
        <p14:creationId xmlns:p14="http://schemas.microsoft.com/office/powerpoint/2010/main" val="16455160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Commonly used VPNs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164202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L2 VPNs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L2TP</a:t>
            </a:r>
          </a:p>
          <a:p>
            <a:pPr marL="571500" lvl="2" indent="-342900">
              <a:buClr>
                <a:schemeClr val="accent3"/>
              </a:buClr>
              <a:buSzPct val="100000"/>
              <a:buFont typeface="Wingdings" panose="05000000000000000000" pitchFamily="2" charset="2"/>
              <a:buChar char="§"/>
            </a:pPr>
            <a:r>
              <a:rPr lang="en-US" sz="2400" spc="-30" dirty="0">
                <a:solidFill>
                  <a:srgbClr val="666666"/>
                </a:solidFill>
                <a:cs typeface="Calibri"/>
              </a:rPr>
              <a:t>MPLS </a:t>
            </a:r>
            <a:r>
              <a:rPr lang="en-US" sz="2400" spc="-30" dirty="0" smtClean="0">
                <a:solidFill>
                  <a:srgbClr val="666666"/>
                </a:solidFill>
                <a:cs typeface="Calibri"/>
              </a:rPr>
              <a:t>VPN. VPLS</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L3 </a:t>
            </a:r>
            <a:r>
              <a:rPr lang="en-US" sz="2400" spc="-30" dirty="0">
                <a:solidFill>
                  <a:srgbClr val="666666"/>
                </a:solidFill>
                <a:cs typeface="Calibri"/>
              </a:rPr>
              <a:t>VPNs</a:t>
            </a:r>
          </a:p>
          <a:p>
            <a:pPr lvl="3">
              <a:spcAft>
                <a:spcPts val="800"/>
              </a:spcAft>
              <a:buClr>
                <a:schemeClr val="accent3"/>
              </a:buClr>
              <a:buSzPct val="100000"/>
              <a:buFont typeface="Wingdings" panose="05000000000000000000" pitchFamily="2" charset="2"/>
              <a:buChar char="§"/>
            </a:pPr>
            <a:r>
              <a:rPr lang="en-US" sz="2400" spc="-30" dirty="0" smtClean="0">
                <a:solidFill>
                  <a:srgbClr val="666666"/>
                </a:solidFill>
                <a:cs typeface="Calibri"/>
              </a:rPr>
              <a:t>IPSec</a:t>
            </a:r>
          </a:p>
          <a:p>
            <a:pPr lvl="3">
              <a:spcAft>
                <a:spcPts val="800"/>
              </a:spcAft>
              <a:buClr>
                <a:schemeClr val="accent3"/>
              </a:buClr>
              <a:buSzPct val="100000"/>
              <a:buFont typeface="Wingdings" panose="05000000000000000000" pitchFamily="2" charset="2"/>
              <a:buChar char="§"/>
            </a:pPr>
            <a:r>
              <a:rPr lang="en-US" sz="2400" spc="-30" dirty="0">
                <a:solidFill>
                  <a:srgbClr val="666666"/>
                </a:solidFill>
                <a:cs typeface="Calibri"/>
              </a:rPr>
              <a:t>MPLS </a:t>
            </a:r>
            <a:r>
              <a:rPr lang="en-US" sz="2400" spc="-30" dirty="0" smtClean="0">
                <a:solidFill>
                  <a:srgbClr val="666666"/>
                </a:solidFill>
                <a:cs typeface="Calibri"/>
              </a:rPr>
              <a:t>VPN. Routed</a:t>
            </a:r>
          </a:p>
          <a:p>
            <a:pPr lvl="3">
              <a:spcAft>
                <a:spcPts val="800"/>
              </a:spcAft>
              <a:buClr>
                <a:schemeClr val="accent3"/>
              </a:buClr>
              <a:buSzPct val="100000"/>
              <a:buFont typeface="Wingdings" panose="05000000000000000000" pitchFamily="2" charset="2"/>
              <a:buChar char="§"/>
            </a:pPr>
            <a:r>
              <a:rPr lang="en-US" sz="2400" spc="-30" dirty="0" smtClean="0">
                <a:solidFill>
                  <a:srgbClr val="666666"/>
                </a:solidFill>
                <a:cs typeface="Calibri"/>
              </a:rPr>
              <a:t>GRE</a:t>
            </a:r>
            <a:endParaRPr lang="en-US" sz="2400" spc="-30" dirty="0">
              <a:solidFill>
                <a:srgbClr val="666666"/>
              </a:solidFill>
              <a:cs typeface="Calibri"/>
            </a:endParaRP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L5/L6 </a:t>
            </a:r>
            <a:r>
              <a:rPr lang="en-US" sz="2400" spc="-30" dirty="0">
                <a:solidFill>
                  <a:srgbClr val="666666"/>
                </a:solidFill>
                <a:cs typeface="Calibri"/>
              </a:rPr>
              <a:t>VPNs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SSL-TLS</a:t>
            </a:r>
          </a:p>
        </p:txBody>
      </p:sp>
    </p:spTree>
    <p:extLst>
      <p:ext uri="{BB962C8B-B14F-4D97-AF65-F5344CB8AC3E}">
        <p14:creationId xmlns:p14="http://schemas.microsoft.com/office/powerpoint/2010/main" val="1028304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11</a:t>
            </a:fld>
            <a:endParaRPr lang="en-US" dirty="0"/>
          </a:p>
        </p:txBody>
      </p:sp>
      <p:sp>
        <p:nvSpPr>
          <p:cNvPr id="10"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11"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solidFill>
                  <a:srgbClr val="666666"/>
                </a:solidFill>
                <a:cs typeface="Calibri"/>
              </a:rPr>
              <a:t>What is a VPN?</a:t>
            </a:r>
          </a:p>
          <a:p>
            <a:pPr marL="342900" indent="-342900">
              <a:buFont typeface="+mj-lt"/>
              <a:buAutoNum type="arabicPeriod"/>
            </a:pPr>
            <a:r>
              <a:rPr lang="en-US" spc="-30" dirty="0">
                <a:cs typeface="Calibri"/>
              </a:rPr>
              <a:t>Types of VPNs</a:t>
            </a:r>
          </a:p>
          <a:p>
            <a:pPr marL="342900" indent="-342900">
              <a:buFont typeface="+mj-lt"/>
              <a:buAutoNum type="arabicPeriod"/>
            </a:pPr>
            <a:r>
              <a:rPr lang="en-US" spc="-30" dirty="0">
                <a:cs typeface="Calibri"/>
              </a:rPr>
              <a:t>Commonly used VPNs</a:t>
            </a:r>
          </a:p>
          <a:p>
            <a:pPr marL="342900" indent="-342900">
              <a:buFont typeface="+mj-lt"/>
              <a:buAutoNum type="arabicPeriod"/>
            </a:pPr>
            <a:r>
              <a:rPr lang="en-US" b="1" spc="-30" dirty="0">
                <a:solidFill>
                  <a:schemeClr val="accent1"/>
                </a:solidFill>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a:t>Q&amp;A</a:t>
            </a:r>
            <a:endParaRPr lang="en-US" dirty="0"/>
          </a:p>
          <a:p>
            <a:endParaRPr lang="en-US" dirty="0"/>
          </a:p>
          <a:p>
            <a:endParaRPr lang="en-US" dirty="0"/>
          </a:p>
        </p:txBody>
      </p:sp>
    </p:spTree>
    <p:extLst>
      <p:ext uri="{BB962C8B-B14F-4D97-AF65-F5344CB8AC3E}">
        <p14:creationId xmlns:p14="http://schemas.microsoft.com/office/powerpoint/2010/main" val="2745864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IPSec VPN</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4" y="1299894"/>
            <a:ext cx="8480425"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IP Security. </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RFC: A lot!. Starts at </a:t>
            </a:r>
            <a:r>
              <a:rPr lang="en-US" altLang="en-US" dirty="0" smtClean="0"/>
              <a:t>2401</a:t>
            </a:r>
            <a:endParaRPr lang="en-US" spc="-30" dirty="0" smtClean="0">
              <a:solidFill>
                <a:srgbClr val="666666"/>
              </a:solidFill>
              <a:cs typeface="Calibri"/>
            </a:endParaRP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Works at IP Layer (L3)</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Supports ONLY unicast traffic</a:t>
            </a:r>
          </a:p>
          <a:p>
            <a:pPr marL="342900" indent="-342900">
              <a:buClr>
                <a:schemeClr val="accent5"/>
              </a:buClr>
              <a:buSzPct val="120000"/>
              <a:buFont typeface="Arial" panose="020B0604020202020204" pitchFamily="34" charset="0"/>
              <a:buChar char="•"/>
            </a:pPr>
            <a:r>
              <a:rPr lang="en-US" spc="-30" dirty="0">
                <a:solidFill>
                  <a:srgbClr val="666666"/>
                </a:solidFill>
                <a:cs typeface="Calibri"/>
              </a:rPr>
              <a:t>2 modes</a:t>
            </a:r>
          </a:p>
          <a:p>
            <a:pPr marL="571500" lvl="2" indent="-342900">
              <a:buClr>
                <a:schemeClr val="accent3"/>
              </a:buClr>
              <a:buSzPct val="100000"/>
              <a:buFont typeface="Wingdings" panose="05000000000000000000" pitchFamily="2" charset="2"/>
              <a:buChar char="§"/>
            </a:pPr>
            <a:r>
              <a:rPr lang="en-US" spc="-30" dirty="0">
                <a:solidFill>
                  <a:srgbClr val="666666"/>
                </a:solidFill>
                <a:cs typeface="Calibri"/>
              </a:rPr>
              <a:t>Tunnel mode</a:t>
            </a:r>
          </a:p>
          <a:p>
            <a:pPr marL="571500" lvl="2" indent="-342900">
              <a:buClr>
                <a:schemeClr val="accent3"/>
              </a:buClr>
              <a:buSzPct val="100000"/>
              <a:buFont typeface="Wingdings" panose="05000000000000000000" pitchFamily="2" charset="2"/>
              <a:buChar char="§"/>
            </a:pPr>
            <a:r>
              <a:rPr lang="en-US" spc="-30" dirty="0">
                <a:solidFill>
                  <a:srgbClr val="666666"/>
                </a:solidFill>
                <a:cs typeface="Calibri"/>
              </a:rPr>
              <a:t>Transport mode</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2 </a:t>
            </a:r>
            <a:r>
              <a:rPr lang="en-US" spc="-30" dirty="0">
                <a:solidFill>
                  <a:srgbClr val="666666"/>
                </a:solidFill>
                <a:cs typeface="Calibri"/>
              </a:rPr>
              <a:t>protocols</a:t>
            </a:r>
          </a:p>
          <a:p>
            <a:pPr marL="571500" lvl="2" indent="-342900">
              <a:buClr>
                <a:schemeClr val="accent3"/>
              </a:buClr>
              <a:buSzPct val="100000"/>
              <a:buFont typeface="Wingdings" panose="05000000000000000000" pitchFamily="2" charset="2"/>
              <a:buChar char="§"/>
            </a:pPr>
            <a:r>
              <a:rPr lang="en-US" spc="-30" dirty="0">
                <a:solidFill>
                  <a:srgbClr val="666666"/>
                </a:solidFill>
                <a:cs typeface="Calibri"/>
              </a:rPr>
              <a:t>ESP. Encapsulation Security Payload</a:t>
            </a:r>
          </a:p>
          <a:p>
            <a:pPr marL="571500" lvl="2" indent="-342900">
              <a:buClr>
                <a:schemeClr val="accent3"/>
              </a:buClr>
              <a:buSzPct val="100000"/>
              <a:buFont typeface="Wingdings" panose="05000000000000000000" pitchFamily="2" charset="2"/>
              <a:buChar char="§"/>
            </a:pPr>
            <a:r>
              <a:rPr lang="en-US" spc="-30" dirty="0">
                <a:solidFill>
                  <a:srgbClr val="666666"/>
                </a:solidFill>
                <a:cs typeface="Calibri"/>
              </a:rPr>
              <a:t>AH. Authentication </a:t>
            </a:r>
            <a:r>
              <a:rPr lang="en-US" spc="-30" dirty="0" smtClean="0">
                <a:solidFill>
                  <a:srgbClr val="666666"/>
                </a:solidFill>
                <a:cs typeface="Calibri"/>
              </a:rPr>
              <a:t>Header</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2 Phases</a:t>
            </a:r>
          </a:p>
          <a:p>
            <a:pPr marL="571500" lvl="2" indent="-342900">
              <a:buClr>
                <a:schemeClr val="accent3"/>
              </a:buClr>
              <a:buSzPct val="100000"/>
              <a:buFont typeface="Wingdings" panose="05000000000000000000" pitchFamily="2" charset="2"/>
              <a:buChar char="§"/>
            </a:pPr>
            <a:r>
              <a:rPr lang="en-US" spc="-30" dirty="0" smtClean="0">
                <a:solidFill>
                  <a:srgbClr val="666666"/>
                </a:solidFill>
                <a:cs typeface="Calibri"/>
              </a:rPr>
              <a:t>Phase 1: Establishes a secure connection channel for Phase 2</a:t>
            </a:r>
          </a:p>
          <a:p>
            <a:pPr marL="571500" lvl="2" indent="-342900">
              <a:buClr>
                <a:schemeClr val="accent3"/>
              </a:buClr>
              <a:buSzPct val="100000"/>
              <a:buFont typeface="Wingdings" panose="05000000000000000000" pitchFamily="2" charset="2"/>
              <a:buChar char="§"/>
            </a:pPr>
            <a:r>
              <a:rPr lang="en-US" spc="-30" dirty="0" smtClean="0">
                <a:solidFill>
                  <a:srgbClr val="666666"/>
                </a:solidFill>
                <a:cs typeface="Calibri"/>
              </a:rPr>
              <a:t>Phase 2: </a:t>
            </a:r>
            <a:r>
              <a:rPr lang="en-US" spc="-30" dirty="0">
                <a:solidFill>
                  <a:srgbClr val="666666"/>
                </a:solidFill>
                <a:cs typeface="Calibri"/>
              </a:rPr>
              <a:t>Establishes a secure connection </a:t>
            </a:r>
            <a:r>
              <a:rPr lang="en-US" spc="-30" dirty="0" smtClean="0">
                <a:solidFill>
                  <a:srgbClr val="666666"/>
                </a:solidFill>
                <a:cs typeface="Calibri"/>
              </a:rPr>
              <a:t>channel for IPSec</a:t>
            </a:r>
          </a:p>
        </p:txBody>
      </p:sp>
    </p:spTree>
    <p:extLst>
      <p:ext uri="{BB962C8B-B14F-4D97-AF65-F5344CB8AC3E}">
        <p14:creationId xmlns:p14="http://schemas.microsoft.com/office/powerpoint/2010/main" val="13011216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IPSec VPN: Benefits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Anti Replay</a:t>
            </a:r>
          </a:p>
          <a:p>
            <a:pPr marL="342900" indent="-342900">
              <a:buClr>
                <a:schemeClr val="accent5"/>
              </a:buClr>
              <a:buSzPct val="120000"/>
              <a:buFont typeface="Arial" panose="020B0604020202020204" pitchFamily="34" charset="0"/>
              <a:buChar char="•"/>
            </a:pPr>
            <a:endParaRPr lang="en-US" sz="2400" spc="-30" dirty="0" smtClean="0">
              <a:solidFill>
                <a:srgbClr val="666666"/>
              </a:solidFill>
              <a:cs typeface="Calibri"/>
            </a:endParaRP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Confidentiality</a:t>
            </a:r>
          </a:p>
          <a:p>
            <a:pPr marL="342900" indent="-342900">
              <a:buClr>
                <a:schemeClr val="accent5"/>
              </a:buClr>
              <a:buSzPct val="120000"/>
              <a:buFont typeface="Arial" panose="020B0604020202020204" pitchFamily="34" charset="0"/>
              <a:buChar char="•"/>
            </a:pPr>
            <a:endParaRPr lang="en-US" sz="2400" spc="-30" dirty="0" smtClean="0">
              <a:solidFill>
                <a:srgbClr val="666666"/>
              </a:solidFill>
              <a:cs typeface="Calibri"/>
            </a:endParaRPr>
          </a:p>
          <a:p>
            <a:pPr marL="342900" indent="-342900">
              <a:buClr>
                <a:schemeClr val="accent5"/>
              </a:buClr>
              <a:buSzPct val="120000"/>
              <a:buFont typeface="Arial" panose="020B0604020202020204" pitchFamily="34" charset="0"/>
              <a:buChar char="•"/>
            </a:pPr>
            <a:r>
              <a:rPr lang="en-US" sz="2400" spc="-30" dirty="0" smtClean="0">
                <a:cs typeface="Calibri"/>
              </a:rPr>
              <a:t>Integrity</a:t>
            </a:r>
          </a:p>
          <a:p>
            <a:pPr marL="342900" indent="-342900">
              <a:buClr>
                <a:schemeClr val="accent5"/>
              </a:buClr>
              <a:buSzPct val="120000"/>
              <a:buFont typeface="Arial" panose="020B0604020202020204" pitchFamily="34" charset="0"/>
              <a:buChar char="•"/>
            </a:pPr>
            <a:endParaRPr lang="en-US" sz="2400" spc="-30" dirty="0" smtClean="0">
              <a:cs typeface="Calibri"/>
            </a:endParaRPr>
          </a:p>
          <a:p>
            <a:pPr marL="342900" indent="-342900">
              <a:buClr>
                <a:schemeClr val="accent5"/>
              </a:buClr>
              <a:buSzPct val="120000"/>
              <a:buFont typeface="Arial" panose="020B0604020202020204" pitchFamily="34" charset="0"/>
              <a:buChar char="•"/>
            </a:pPr>
            <a:r>
              <a:rPr lang="en-US" sz="2400" spc="-30" dirty="0" smtClean="0">
                <a:cs typeface="Calibri"/>
              </a:rPr>
              <a:t>Authentication</a:t>
            </a:r>
            <a:endParaRPr lang="en-US" sz="2400" dirty="0"/>
          </a:p>
        </p:txBody>
      </p:sp>
    </p:spTree>
    <p:extLst>
      <p:ext uri="{BB962C8B-B14F-4D97-AF65-F5344CB8AC3E}">
        <p14:creationId xmlns:p14="http://schemas.microsoft.com/office/powerpoint/2010/main" val="577970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smtClean="0"/>
              <a:t>© 2014 AT&amp;T Intellectual Property. All rights reserved. AT&amp;T and the AT&amp;T logo are trademarks of AT&amp;T Intellectual Property.</a:t>
            </a:r>
          </a:p>
          <a:p>
            <a:r>
              <a:rPr lang="en-US" smtClean="0"/>
              <a:t>AT&amp;T Proprietary (Internal Use Only) Not for use or disclosure outside the AT&amp;T companies except under written agreement.</a:t>
            </a:r>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170" y="1730069"/>
            <a:ext cx="30956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7645" y="2940954"/>
            <a:ext cx="314325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7945" y="4080500"/>
            <a:ext cx="3695700"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1169" y="5220648"/>
            <a:ext cx="3495675"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900614" y="4820435"/>
            <a:ext cx="2112951" cy="369332"/>
          </a:xfrm>
          <a:prstGeom prst="rect">
            <a:avLst/>
          </a:prstGeom>
        </p:spPr>
        <p:txBody>
          <a:bodyPr wrap="none">
            <a:spAutoFit/>
          </a:body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ESP. Tunnel mode</a:t>
            </a:r>
            <a:endParaRPr lang="en-US" spc="-30" dirty="0">
              <a:solidFill>
                <a:srgbClr val="666666"/>
              </a:solidFill>
              <a:cs typeface="Calibri"/>
            </a:endParaRPr>
          </a:p>
        </p:txBody>
      </p:sp>
      <p:sp>
        <p:nvSpPr>
          <p:cNvPr id="10" name="Rectangle 9"/>
          <p:cNvSpPr/>
          <p:nvPr/>
        </p:nvSpPr>
        <p:spPr>
          <a:xfrm>
            <a:off x="900614" y="3710226"/>
            <a:ext cx="2365969" cy="369332"/>
          </a:xfrm>
          <a:prstGeom prst="rect">
            <a:avLst/>
          </a:prstGeom>
        </p:spPr>
        <p:txBody>
          <a:bodyPr wrap="none">
            <a:spAutoFit/>
          </a:body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ESP. Transport mode</a:t>
            </a:r>
            <a:endParaRPr lang="en-US" spc="-30" dirty="0">
              <a:solidFill>
                <a:srgbClr val="666666"/>
              </a:solidFill>
              <a:cs typeface="Calibri"/>
            </a:endParaRPr>
          </a:p>
        </p:txBody>
      </p:sp>
      <p:sp>
        <p:nvSpPr>
          <p:cNvPr id="11" name="Rectangle 10"/>
          <p:cNvSpPr/>
          <p:nvPr/>
        </p:nvSpPr>
        <p:spPr>
          <a:xfrm>
            <a:off x="900614" y="2420703"/>
            <a:ext cx="2089162" cy="369332"/>
          </a:xfrm>
          <a:prstGeom prst="rect">
            <a:avLst/>
          </a:prstGeom>
        </p:spPr>
        <p:txBody>
          <a:bodyPr wrap="none">
            <a:spAutoFit/>
          </a:body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AH. Tunnel mode</a:t>
            </a:r>
            <a:endParaRPr lang="en-US" spc="-30" dirty="0">
              <a:solidFill>
                <a:srgbClr val="666666"/>
              </a:solidFill>
              <a:cs typeface="Calibri"/>
            </a:endParaRPr>
          </a:p>
        </p:txBody>
      </p:sp>
      <p:sp>
        <p:nvSpPr>
          <p:cNvPr id="12" name="Rectangle 11"/>
          <p:cNvSpPr/>
          <p:nvPr/>
        </p:nvSpPr>
        <p:spPr>
          <a:xfrm>
            <a:off x="900614" y="1240298"/>
            <a:ext cx="2342180" cy="369332"/>
          </a:xfrm>
          <a:prstGeom prst="rect">
            <a:avLst/>
          </a:prstGeom>
        </p:spPr>
        <p:txBody>
          <a:bodyPr wrap="none">
            <a:spAutoFit/>
          </a:body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AH. Transport mode</a:t>
            </a:r>
            <a:endParaRPr lang="en-US" spc="-30" dirty="0">
              <a:solidFill>
                <a:srgbClr val="666666"/>
              </a:solidFill>
              <a:cs typeface="Calibri"/>
            </a:endParaRPr>
          </a:p>
        </p:txBody>
      </p:sp>
      <p:sp>
        <p:nvSpPr>
          <p:cNvPr id="13" name="Title 3"/>
          <p:cNvSpPr>
            <a:spLocks noGrp="1"/>
          </p:cNvSpPr>
          <p:nvPr>
            <p:ph type="ctrTitle"/>
          </p:nvPr>
        </p:nvSpPr>
        <p:spPr>
          <a:xfrm>
            <a:off x="287116" y="566297"/>
            <a:ext cx="8010525" cy="682822"/>
          </a:xfrm>
        </p:spPr>
        <p:txBody>
          <a:bodyPr/>
          <a:lstStyle/>
          <a:p>
            <a:r>
              <a:rPr lang="en-US" dirty="0" smtClean="0"/>
              <a:t>IPSec encapsulation</a:t>
            </a:r>
            <a:endParaRPr lang="en-US" dirty="0"/>
          </a:p>
        </p:txBody>
      </p:sp>
    </p:spTree>
    <p:extLst>
      <p:ext uri="{BB962C8B-B14F-4D97-AF65-F5344CB8AC3E}">
        <p14:creationId xmlns:p14="http://schemas.microsoft.com/office/powerpoint/2010/main" val="48770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a:t>IPSec VPN: Phase </a:t>
            </a:r>
            <a:r>
              <a:rPr lang="en-US" dirty="0" smtClean="0"/>
              <a:t>1</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4" y="1290848"/>
            <a:ext cx="7067261"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a:solidFill>
                  <a:srgbClr val="666666"/>
                </a:solidFill>
                <a:cs typeface="Calibri"/>
              </a:rPr>
              <a:t>Builds on ISAKMP and OAKLEY protocols</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Internet Key Exchange (IKE) protocol</a:t>
            </a:r>
          </a:p>
          <a:p>
            <a:pPr marL="342900" indent="-342900">
              <a:buClr>
                <a:schemeClr val="accent5"/>
              </a:buClr>
              <a:buSzPct val="120000"/>
              <a:buFont typeface="Arial" panose="020B0604020202020204" pitchFamily="34" charset="0"/>
              <a:buChar char="•"/>
            </a:pPr>
            <a:r>
              <a:rPr lang="en-US" altLang="en-US" sz="2400" dirty="0" smtClean="0"/>
              <a:t>Protocol </a:t>
            </a:r>
            <a:r>
              <a:rPr lang="en-US" altLang="en-US" sz="2400" dirty="0"/>
              <a:t>UDP, port </a:t>
            </a:r>
            <a:r>
              <a:rPr lang="en-US" altLang="en-US" sz="2400" dirty="0" smtClean="0"/>
              <a:t>500</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2 Modes: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Main</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Aggressive</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Parameters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Encryption</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Integrity</a:t>
            </a:r>
          </a:p>
          <a:p>
            <a:pPr marL="571500" lvl="2" indent="-342900">
              <a:buClr>
                <a:schemeClr val="accent3"/>
              </a:buClr>
              <a:buSzPct val="100000"/>
              <a:buFont typeface="Wingdings" panose="05000000000000000000" pitchFamily="2" charset="2"/>
              <a:buChar char="§"/>
            </a:pPr>
            <a:r>
              <a:rPr lang="en-US" sz="2400" spc="-30" dirty="0" err="1" smtClean="0">
                <a:solidFill>
                  <a:srgbClr val="666666"/>
                </a:solidFill>
                <a:cs typeface="Calibri"/>
              </a:rPr>
              <a:t>Diffie</a:t>
            </a:r>
            <a:r>
              <a:rPr lang="en-US" sz="2400" spc="-30" dirty="0">
                <a:solidFill>
                  <a:srgbClr val="666666"/>
                </a:solidFill>
                <a:cs typeface="Calibri"/>
              </a:rPr>
              <a:t>-</a:t>
            </a:r>
            <a:r>
              <a:rPr lang="en-US" sz="2400" spc="-30" dirty="0" smtClean="0">
                <a:solidFill>
                  <a:srgbClr val="666666"/>
                </a:solidFill>
                <a:cs typeface="Calibri"/>
              </a:rPr>
              <a:t>Hellman </a:t>
            </a:r>
            <a:r>
              <a:rPr lang="en-US" sz="2400" spc="-30" dirty="0">
                <a:solidFill>
                  <a:srgbClr val="666666"/>
                </a:solidFill>
                <a:cs typeface="Calibri"/>
              </a:rPr>
              <a:t>g</a:t>
            </a:r>
            <a:r>
              <a:rPr lang="en-US" sz="2400" spc="-30" dirty="0" smtClean="0">
                <a:solidFill>
                  <a:srgbClr val="666666"/>
                </a:solidFill>
                <a:cs typeface="Calibri"/>
              </a:rPr>
              <a:t>roup</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Timeout</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Authentication</a:t>
            </a:r>
          </a:p>
        </p:txBody>
      </p:sp>
    </p:spTree>
    <p:extLst>
      <p:ext uri="{BB962C8B-B14F-4D97-AF65-F5344CB8AC3E}">
        <p14:creationId xmlns:p14="http://schemas.microsoft.com/office/powerpoint/2010/main" val="2154467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IPSec VPN: Phase 2</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IPSec Parameters</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Protocol: ESP or AH</a:t>
            </a:r>
          </a:p>
          <a:p>
            <a:pPr marL="571500" lvl="2" indent="-342900">
              <a:buClr>
                <a:schemeClr val="accent3"/>
              </a:buClr>
              <a:buSzPct val="100000"/>
              <a:buFont typeface="Wingdings" panose="05000000000000000000" pitchFamily="2" charset="2"/>
              <a:buChar char="§"/>
            </a:pPr>
            <a:r>
              <a:rPr lang="en-US" sz="2400" spc="-30" dirty="0">
                <a:solidFill>
                  <a:srgbClr val="666666"/>
                </a:solidFill>
                <a:cs typeface="Calibri"/>
              </a:rPr>
              <a:t>Encryption: Transform set</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Integrity: </a:t>
            </a:r>
            <a:r>
              <a:rPr lang="en-US" sz="2400" spc="-30" dirty="0">
                <a:solidFill>
                  <a:srgbClr val="666666"/>
                </a:solidFill>
                <a:cs typeface="Calibri"/>
              </a:rPr>
              <a:t>Transform </a:t>
            </a:r>
            <a:r>
              <a:rPr lang="en-US" sz="2400" spc="-30" dirty="0" smtClean="0">
                <a:solidFill>
                  <a:srgbClr val="666666"/>
                </a:solidFill>
                <a:cs typeface="Calibri"/>
              </a:rPr>
              <a:t>set</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Proxy: interesting traffic</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Lifetime: SA regeneration time</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Peer: endpoint</a:t>
            </a:r>
          </a:p>
          <a:p>
            <a:pPr marL="571500" lvl="2" indent="-342900">
              <a:buClr>
                <a:schemeClr val="accent3"/>
              </a:buClr>
              <a:buSzPct val="100000"/>
              <a:buFont typeface="Wingdings" panose="05000000000000000000" pitchFamily="2" charset="2"/>
              <a:buChar char="§"/>
            </a:pPr>
            <a:r>
              <a:rPr lang="en-US" sz="2400" spc="-30" dirty="0" smtClean="0">
                <a:solidFill>
                  <a:srgbClr val="666666"/>
                </a:solidFill>
                <a:cs typeface="Calibri"/>
              </a:rPr>
              <a:t>Optional: Perfect Forward Secrecy (PFS)</a:t>
            </a:r>
          </a:p>
        </p:txBody>
      </p:sp>
    </p:spTree>
    <p:extLst>
      <p:ext uri="{BB962C8B-B14F-4D97-AF65-F5344CB8AC3E}">
        <p14:creationId xmlns:p14="http://schemas.microsoft.com/office/powerpoint/2010/main" val="3586973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IPSec VPN: concepts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2007773"/>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Encryption</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Integrity</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Keys</a:t>
            </a:r>
          </a:p>
          <a:p>
            <a:pPr lvl="1">
              <a:buClr>
                <a:schemeClr val="accent5"/>
              </a:buClr>
              <a:buSzPct val="120000"/>
            </a:pPr>
            <a:endParaRPr lang="en-US" sz="2400" spc="-30" dirty="0">
              <a:solidFill>
                <a:srgbClr val="666666"/>
              </a:solidFill>
              <a:cs typeface="Calibri"/>
            </a:endParaRPr>
          </a:p>
          <a:p>
            <a:pPr marL="571500" lvl="2" indent="-342900">
              <a:buClr>
                <a:schemeClr val="accent3"/>
              </a:buClr>
              <a:buSzPct val="120000"/>
              <a:buFont typeface="Wingdings" panose="05000000000000000000" pitchFamily="2" charset="2"/>
              <a:buChar char="§"/>
            </a:pPr>
            <a:endParaRPr lang="en-US" sz="2400" spc="-30" dirty="0" smtClean="0">
              <a:solidFill>
                <a:srgbClr val="666666"/>
              </a:solidFill>
              <a:cs typeface="Calibri"/>
            </a:endParaRPr>
          </a:p>
          <a:p>
            <a:pPr>
              <a:buClr>
                <a:schemeClr val="accent5"/>
              </a:buClr>
              <a:buSzPct val="120000"/>
            </a:pPr>
            <a:endParaRPr lang="en-US" sz="2400" spc="-30" dirty="0" smtClean="0">
              <a:solidFill>
                <a:srgbClr val="666666"/>
              </a:solidFill>
              <a:cs typeface="Calibri"/>
            </a:endParaRPr>
          </a:p>
        </p:txBody>
      </p:sp>
    </p:spTree>
    <p:extLst>
      <p:ext uri="{BB962C8B-B14F-4D97-AF65-F5344CB8AC3E}">
        <p14:creationId xmlns:p14="http://schemas.microsoft.com/office/powerpoint/2010/main" val="7957336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Encryption Process</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cxnSp>
        <p:nvCxnSpPr>
          <p:cNvPr id="20" name="AutoShape 102"/>
          <p:cNvCxnSpPr>
            <a:cxnSpLocks noChangeShapeType="1"/>
          </p:cNvCxnSpPr>
          <p:nvPr/>
        </p:nvCxnSpPr>
        <p:spPr bwMode="gray">
          <a:xfrm flipV="1">
            <a:off x="2230696" y="3880963"/>
            <a:ext cx="1189490" cy="1"/>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Rectangle 94"/>
          <p:cNvSpPr>
            <a:spLocks noChangeArrowheads="1"/>
          </p:cNvSpPr>
          <p:nvPr/>
        </p:nvSpPr>
        <p:spPr bwMode="gray">
          <a:xfrm>
            <a:off x="3582417" y="3674327"/>
            <a:ext cx="2222737" cy="381000"/>
          </a:xfrm>
          <a:prstGeom prst="rect">
            <a:avLst/>
          </a:prstGeom>
          <a:solidFill>
            <a:schemeClr val="accent5"/>
          </a:solidFill>
          <a:ln w="12700">
            <a:solidFill>
              <a:schemeClr val="accent5">
                <a:lumMod val="50000"/>
              </a:schemeClr>
            </a:solidFill>
            <a:miter lim="800000"/>
            <a:headEnd type="none" w="sm" len="sm"/>
            <a:tailEnd type="none" w="sm" len="sm"/>
          </a:ln>
          <a:effectLst/>
        </p:spPr>
        <p:txBody>
          <a:bodyPr wrap="none" anchor="ctr" anchorCtr="1"/>
          <a:lstStyle/>
          <a:p>
            <a:pPr eaLnBrk="0" hangingPunct="0"/>
            <a:r>
              <a:rPr lang="en-US" altLang="en-US" sz="1600" b="1" dirty="0" smtClean="0">
                <a:solidFill>
                  <a:schemeClr val="bg1"/>
                </a:solidFill>
              </a:rPr>
              <a:t>Encryption Algorithm</a:t>
            </a:r>
            <a:endParaRPr lang="en-US" altLang="en-US" sz="1600" b="1" i="0" dirty="0">
              <a:solidFill>
                <a:schemeClr val="bg1"/>
              </a:solidFill>
            </a:endParaRPr>
          </a:p>
        </p:txBody>
      </p:sp>
      <p:sp>
        <p:nvSpPr>
          <p:cNvPr id="16" name="Rectangle 94"/>
          <p:cNvSpPr>
            <a:spLocks noChangeArrowheads="1"/>
          </p:cNvSpPr>
          <p:nvPr/>
        </p:nvSpPr>
        <p:spPr bwMode="gray">
          <a:xfrm>
            <a:off x="160836" y="3675715"/>
            <a:ext cx="1946781" cy="381000"/>
          </a:xfrm>
          <a:prstGeom prst="rect">
            <a:avLst/>
          </a:prstGeom>
          <a:solidFill>
            <a:schemeClr val="tx1"/>
          </a:solidFill>
          <a:ln w="12700">
            <a:solidFill>
              <a:srgbClr val="717A00"/>
            </a:solidFill>
            <a:miter lim="800000"/>
            <a:headEnd type="none" w="sm" len="sm"/>
            <a:tailEnd type="none" w="sm" len="sm"/>
          </a:ln>
          <a:effectLst/>
        </p:spPr>
        <p:txBody>
          <a:bodyPr wrap="none" anchor="ctr" anchorCtr="1"/>
          <a:lstStyle/>
          <a:p>
            <a:pPr eaLnBrk="0" hangingPunct="0"/>
            <a:r>
              <a:rPr lang="en-US" altLang="en-US" sz="1600" b="1" i="0" dirty="0" smtClean="0">
                <a:solidFill>
                  <a:schemeClr val="bg1"/>
                </a:solidFill>
              </a:rPr>
              <a:t>Data: www.att.com</a:t>
            </a:r>
            <a:endParaRPr lang="en-US" altLang="en-US" sz="1600" b="1" i="0" dirty="0">
              <a:solidFill>
                <a:schemeClr val="bg1"/>
              </a:solidFill>
            </a:endParaRPr>
          </a:p>
        </p:txBody>
      </p:sp>
      <p:sp>
        <p:nvSpPr>
          <p:cNvPr id="41" name="Rectangle 94"/>
          <p:cNvSpPr>
            <a:spLocks noChangeArrowheads="1"/>
          </p:cNvSpPr>
          <p:nvPr/>
        </p:nvSpPr>
        <p:spPr bwMode="gray">
          <a:xfrm>
            <a:off x="7092568" y="3663277"/>
            <a:ext cx="1946781" cy="381000"/>
          </a:xfrm>
          <a:prstGeom prst="rect">
            <a:avLst/>
          </a:prstGeom>
          <a:solidFill>
            <a:schemeClr val="tx1"/>
          </a:solidFill>
          <a:ln w="12700">
            <a:solidFill>
              <a:srgbClr val="717A00"/>
            </a:solidFill>
            <a:miter lim="800000"/>
            <a:headEnd type="none" w="sm" len="sm"/>
            <a:tailEnd type="none" w="sm" len="sm"/>
          </a:ln>
          <a:effectLst/>
        </p:spPr>
        <p:txBody>
          <a:bodyPr wrap="none" anchor="ctr" anchorCtr="1"/>
          <a:lstStyle/>
          <a:p>
            <a:pPr eaLnBrk="0" hangingPunct="0"/>
            <a:r>
              <a:rPr lang="en-US" altLang="en-US" sz="1600" b="1" i="0" dirty="0" smtClean="0">
                <a:solidFill>
                  <a:schemeClr val="bg1"/>
                </a:solidFill>
              </a:rPr>
              <a:t>Data: das$s.1O9&amp;f</a:t>
            </a:r>
            <a:endParaRPr lang="en-US" altLang="en-US" sz="1600" b="1" i="0" dirty="0">
              <a:solidFill>
                <a:schemeClr val="bg1"/>
              </a:solidFill>
            </a:endParaRPr>
          </a:p>
        </p:txBody>
      </p:sp>
      <p:cxnSp>
        <p:nvCxnSpPr>
          <p:cNvPr id="45" name="AutoShape 102"/>
          <p:cNvCxnSpPr>
            <a:cxnSpLocks noChangeShapeType="1"/>
          </p:cNvCxnSpPr>
          <p:nvPr/>
        </p:nvCxnSpPr>
        <p:spPr bwMode="gray">
          <a:xfrm flipV="1">
            <a:off x="5888330" y="3880963"/>
            <a:ext cx="1189490" cy="1"/>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 name="Group 43"/>
          <p:cNvGrpSpPr>
            <a:grpSpLocks/>
          </p:cNvGrpSpPr>
          <p:nvPr/>
        </p:nvGrpSpPr>
        <p:grpSpPr bwMode="auto">
          <a:xfrm>
            <a:off x="2398124" y="3186441"/>
            <a:ext cx="662129" cy="353135"/>
            <a:chOff x="1824" y="2448"/>
            <a:chExt cx="720" cy="384"/>
          </a:xfrm>
        </p:grpSpPr>
        <p:pic>
          <p:nvPicPr>
            <p:cNvPr id="10" name="Picture 44"/>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gray">
            <a:xfrm>
              <a:off x="1824" y="2448"/>
              <a:ext cx="7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45"/>
            <p:cNvSpPr txBox="1">
              <a:spLocks noChangeArrowheads="1"/>
            </p:cNvSpPr>
            <p:nvPr/>
          </p:nvSpPr>
          <p:spPr bwMode="gray">
            <a:xfrm>
              <a:off x="2256" y="2544"/>
              <a:ext cx="116"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endParaRPr lang="en-US" altLang="en-US" sz="2000" b="1" i="0">
                <a:solidFill>
                  <a:schemeClr val="bg1"/>
                </a:solidFill>
              </a:endParaRPr>
            </a:p>
          </p:txBody>
        </p:sp>
      </p:grpSp>
      <p:grpSp>
        <p:nvGrpSpPr>
          <p:cNvPr id="12" name="Group 43"/>
          <p:cNvGrpSpPr>
            <a:grpSpLocks/>
          </p:cNvGrpSpPr>
          <p:nvPr/>
        </p:nvGrpSpPr>
        <p:grpSpPr bwMode="auto">
          <a:xfrm>
            <a:off x="6110592" y="3247435"/>
            <a:ext cx="662129" cy="353135"/>
            <a:chOff x="1824" y="2448"/>
            <a:chExt cx="720" cy="384"/>
          </a:xfrm>
        </p:grpSpPr>
        <p:pic>
          <p:nvPicPr>
            <p:cNvPr id="13" name="Picture 44"/>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gray">
            <a:xfrm>
              <a:off x="1824" y="2448"/>
              <a:ext cx="7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 Box 45"/>
            <p:cNvSpPr txBox="1">
              <a:spLocks noChangeArrowheads="1"/>
            </p:cNvSpPr>
            <p:nvPr/>
          </p:nvSpPr>
          <p:spPr bwMode="gray">
            <a:xfrm>
              <a:off x="2256" y="2544"/>
              <a:ext cx="116"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endParaRPr lang="en-US" altLang="en-US" sz="2000" b="1" i="0">
                <a:solidFill>
                  <a:schemeClr val="bg1"/>
                </a:solidFill>
              </a:endParaRPr>
            </a:p>
          </p:txBody>
        </p:sp>
      </p:grpSp>
      <p:sp>
        <p:nvSpPr>
          <p:cNvPr id="3" name="TextBox 2"/>
          <p:cNvSpPr txBox="1"/>
          <p:nvPr/>
        </p:nvSpPr>
        <p:spPr>
          <a:xfrm>
            <a:off x="1832874" y="2687233"/>
            <a:ext cx="1564083" cy="369332"/>
          </a:xfrm>
          <a:prstGeom prst="rect">
            <a:avLst/>
          </a:prstGeom>
          <a:noFill/>
        </p:spPr>
        <p:txBody>
          <a:bodyPr wrap="none" rtlCol="0">
            <a:spAutoFit/>
          </a:bodyPr>
          <a:lstStyle/>
          <a:p>
            <a:r>
              <a:rPr lang="en-US" dirty="0" smtClean="0"/>
              <a:t>Encryption key</a:t>
            </a:r>
            <a:endParaRPr lang="en-US" dirty="0"/>
          </a:p>
        </p:txBody>
      </p:sp>
      <p:sp>
        <p:nvSpPr>
          <p:cNvPr id="18" name="TextBox 17"/>
          <p:cNvSpPr txBox="1"/>
          <p:nvPr/>
        </p:nvSpPr>
        <p:spPr>
          <a:xfrm>
            <a:off x="5547321" y="2695434"/>
            <a:ext cx="1564083" cy="369332"/>
          </a:xfrm>
          <a:prstGeom prst="rect">
            <a:avLst/>
          </a:prstGeom>
          <a:noFill/>
        </p:spPr>
        <p:txBody>
          <a:bodyPr wrap="none" rtlCol="0">
            <a:spAutoFit/>
          </a:bodyPr>
          <a:lstStyle/>
          <a:p>
            <a:r>
              <a:rPr lang="en-US" dirty="0" smtClean="0"/>
              <a:t>Encryption key</a:t>
            </a:r>
            <a:endParaRPr lang="en-US" dirty="0"/>
          </a:p>
        </p:txBody>
      </p:sp>
    </p:spTree>
    <p:extLst>
      <p:ext uri="{BB962C8B-B14F-4D97-AF65-F5344CB8AC3E}">
        <p14:creationId xmlns:p14="http://schemas.microsoft.com/office/powerpoint/2010/main" val="4161179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Hash </a:t>
            </a:r>
            <a:r>
              <a:rPr lang="en-US" dirty="0"/>
              <a:t>Process. </a:t>
            </a:r>
            <a:r>
              <a:rPr lang="en-US" dirty="0" smtClean="0"/>
              <a:t>(HMAC)</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5" name="Line 14"/>
          <p:cNvSpPr>
            <a:spLocks noChangeShapeType="1"/>
          </p:cNvSpPr>
          <p:nvPr/>
        </p:nvSpPr>
        <p:spPr bwMode="gray">
          <a:xfrm flipV="1">
            <a:off x="2819400" y="2523134"/>
            <a:ext cx="2514600" cy="2592093"/>
          </a:xfrm>
          <a:prstGeom prst="line">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AutoShape 20"/>
          <p:cNvSpPr>
            <a:spLocks noChangeArrowheads="1"/>
          </p:cNvSpPr>
          <p:nvPr/>
        </p:nvSpPr>
        <p:spPr bwMode="gray">
          <a:xfrm>
            <a:off x="5606901" y="5915328"/>
            <a:ext cx="1942472" cy="527050"/>
          </a:xfrm>
          <a:prstGeom prst="wedgeRectCallout">
            <a:avLst>
              <a:gd name="adj1" fmla="val -46301"/>
              <a:gd name="adj2" fmla="val -116565"/>
            </a:avLst>
          </a:prstGeom>
          <a:solidFill>
            <a:schemeClr val="accent3">
              <a:lumMod val="50000"/>
            </a:schemeClr>
          </a:solidFill>
          <a:ln w="12700">
            <a:solidFill>
              <a:schemeClr val="accent3"/>
            </a:solidFill>
            <a:miter lim="800000"/>
            <a:headEnd/>
            <a:tailEnd/>
          </a:ln>
          <a:effectLst/>
        </p:spPr>
        <p:txBody>
          <a:bodyPr wrap="square" lIns="90488" tIns="44450" rIns="90488" bIns="44450" anchor="ctr" anchorCtr="1">
            <a:spAutoFit/>
          </a:bodyPr>
          <a:lstStyle/>
          <a:p>
            <a:pPr eaLnBrk="0" hangingPunct="0"/>
            <a:r>
              <a:rPr lang="en-US" altLang="en-US" sz="1400" i="0"/>
              <a:t>If the hash values </a:t>
            </a:r>
            <a:br>
              <a:rPr lang="en-US" altLang="en-US" sz="1400" i="0"/>
            </a:br>
            <a:r>
              <a:rPr lang="en-US" altLang="en-US" sz="1400" i="0"/>
              <a:t>match, the data is good</a:t>
            </a:r>
          </a:p>
        </p:txBody>
      </p:sp>
      <p:sp>
        <p:nvSpPr>
          <p:cNvPr id="7" name="Oval 34"/>
          <p:cNvSpPr>
            <a:spLocks noChangeArrowheads="1"/>
          </p:cNvSpPr>
          <p:nvPr/>
        </p:nvSpPr>
        <p:spPr bwMode="gray">
          <a:xfrm>
            <a:off x="6477000" y="5339066"/>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5</a:t>
            </a:r>
          </a:p>
        </p:txBody>
      </p:sp>
      <p:sp>
        <p:nvSpPr>
          <p:cNvPr id="8" name="Oval 35"/>
          <p:cNvSpPr>
            <a:spLocks noChangeArrowheads="1"/>
          </p:cNvSpPr>
          <p:nvPr/>
        </p:nvSpPr>
        <p:spPr bwMode="gray">
          <a:xfrm>
            <a:off x="3937552" y="3663586"/>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2</a:t>
            </a:r>
          </a:p>
        </p:txBody>
      </p:sp>
      <p:sp>
        <p:nvSpPr>
          <p:cNvPr id="9" name="Oval 36"/>
          <p:cNvSpPr>
            <a:spLocks noChangeArrowheads="1"/>
          </p:cNvSpPr>
          <p:nvPr/>
        </p:nvSpPr>
        <p:spPr bwMode="gray">
          <a:xfrm>
            <a:off x="6498265" y="2842110"/>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3</a:t>
            </a:r>
          </a:p>
        </p:txBody>
      </p:sp>
      <p:sp>
        <p:nvSpPr>
          <p:cNvPr id="10" name="Oval 37"/>
          <p:cNvSpPr>
            <a:spLocks noChangeArrowheads="1"/>
          </p:cNvSpPr>
          <p:nvPr/>
        </p:nvSpPr>
        <p:spPr bwMode="gray">
          <a:xfrm>
            <a:off x="4483379" y="4429428"/>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4</a:t>
            </a:r>
          </a:p>
        </p:txBody>
      </p:sp>
      <p:sp>
        <p:nvSpPr>
          <p:cNvPr id="11" name="Oval 38"/>
          <p:cNvSpPr>
            <a:spLocks noChangeArrowheads="1"/>
          </p:cNvSpPr>
          <p:nvPr/>
        </p:nvSpPr>
        <p:spPr bwMode="gray">
          <a:xfrm>
            <a:off x="434146" y="3667428"/>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1</a:t>
            </a:r>
          </a:p>
        </p:txBody>
      </p:sp>
      <p:cxnSp>
        <p:nvCxnSpPr>
          <p:cNvPr id="12" name="AutoShape 88"/>
          <p:cNvCxnSpPr>
            <a:cxnSpLocks noChangeShapeType="1"/>
          </p:cNvCxnSpPr>
          <p:nvPr/>
        </p:nvCxnSpPr>
        <p:spPr bwMode="gray">
          <a:xfrm flipH="1">
            <a:off x="5638800" y="2449997"/>
            <a:ext cx="533400" cy="9906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89"/>
          <p:cNvCxnSpPr>
            <a:cxnSpLocks noChangeShapeType="1"/>
          </p:cNvCxnSpPr>
          <p:nvPr/>
        </p:nvCxnSpPr>
        <p:spPr bwMode="gray">
          <a:xfrm>
            <a:off x="7239000" y="2449997"/>
            <a:ext cx="304800" cy="9906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91"/>
          <p:cNvCxnSpPr>
            <a:cxnSpLocks noChangeShapeType="1"/>
          </p:cNvCxnSpPr>
          <p:nvPr/>
        </p:nvCxnSpPr>
        <p:spPr bwMode="gray">
          <a:xfrm>
            <a:off x="7543800" y="3896028"/>
            <a:ext cx="0" cy="14097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AutoShape 93"/>
          <p:cNvSpPr>
            <a:spLocks noChangeArrowheads="1"/>
          </p:cNvSpPr>
          <p:nvPr/>
        </p:nvSpPr>
        <p:spPr bwMode="gray">
          <a:xfrm>
            <a:off x="5611818" y="5929158"/>
            <a:ext cx="1922451" cy="520655"/>
          </a:xfrm>
          <a:prstGeom prst="wedgeRectCallout">
            <a:avLst>
              <a:gd name="adj1" fmla="val 47532"/>
              <a:gd name="adj2" fmla="val -113856"/>
            </a:avLst>
          </a:prstGeom>
          <a:solidFill>
            <a:schemeClr val="accent3">
              <a:lumMod val="50000"/>
            </a:schemeClr>
          </a:solidFill>
          <a:ln w="12700">
            <a:solidFill>
              <a:schemeClr val="accent3"/>
            </a:solidFill>
            <a:miter lim="800000"/>
            <a:headEnd/>
            <a:tailEnd/>
          </a:ln>
          <a:effectLst/>
        </p:spPr>
        <p:txBody>
          <a:bodyPr wrap="none" lIns="90488" tIns="44450" rIns="90488" bIns="44450" anchor="ctr" anchorCtr="1">
            <a:spAutoFit/>
          </a:bodyPr>
          <a:lstStyle/>
          <a:p>
            <a:pPr algn="ctr" eaLnBrk="0" hangingPunct="0"/>
            <a:r>
              <a:rPr lang="en-US" altLang="en-US" sz="1400" b="1" i="0" dirty="0">
                <a:solidFill>
                  <a:schemeClr val="bg1"/>
                </a:solidFill>
              </a:rPr>
              <a:t>If the hash values </a:t>
            </a:r>
            <a:br>
              <a:rPr lang="en-US" altLang="en-US" sz="1400" b="1" i="0" dirty="0">
                <a:solidFill>
                  <a:schemeClr val="bg1"/>
                </a:solidFill>
              </a:rPr>
            </a:br>
            <a:r>
              <a:rPr lang="en-US" altLang="en-US" sz="1400" b="1" i="0" dirty="0">
                <a:solidFill>
                  <a:schemeClr val="bg1"/>
                </a:solidFill>
              </a:rPr>
              <a:t>match, the data is good</a:t>
            </a:r>
          </a:p>
        </p:txBody>
      </p:sp>
      <p:sp>
        <p:nvSpPr>
          <p:cNvPr id="16" name="Rectangle 94"/>
          <p:cNvSpPr>
            <a:spLocks noChangeArrowheads="1"/>
          </p:cNvSpPr>
          <p:nvPr/>
        </p:nvSpPr>
        <p:spPr bwMode="gray">
          <a:xfrm>
            <a:off x="914400" y="2325324"/>
            <a:ext cx="1371600" cy="381000"/>
          </a:xfrm>
          <a:prstGeom prst="rect">
            <a:avLst/>
          </a:prstGeom>
          <a:solidFill>
            <a:schemeClr val="tx1"/>
          </a:solidFill>
          <a:ln w="12700">
            <a:solidFill>
              <a:srgbClr val="717A00"/>
            </a:solidFill>
            <a:miter lim="800000"/>
            <a:headEnd type="none" w="sm" len="sm"/>
            <a:tailEnd type="none" w="sm" len="sm"/>
          </a:ln>
          <a:effectLst/>
        </p:spPr>
        <p:txBody>
          <a:bodyPr wrap="none" anchor="ctr" anchorCtr="1"/>
          <a:lstStyle/>
          <a:p>
            <a:pPr eaLnBrk="0" hangingPunct="0"/>
            <a:r>
              <a:rPr lang="en-US" altLang="en-US" sz="1600" b="1" i="0">
                <a:solidFill>
                  <a:schemeClr val="bg1"/>
                </a:solidFill>
              </a:rPr>
              <a:t>Data</a:t>
            </a:r>
          </a:p>
        </p:txBody>
      </p:sp>
      <p:grpSp>
        <p:nvGrpSpPr>
          <p:cNvPr id="17" name="Group 104"/>
          <p:cNvGrpSpPr>
            <a:grpSpLocks/>
          </p:cNvGrpSpPr>
          <p:nvPr/>
        </p:nvGrpSpPr>
        <p:grpSpPr bwMode="auto">
          <a:xfrm>
            <a:off x="533400" y="4886628"/>
            <a:ext cx="2133600" cy="381000"/>
            <a:chOff x="336" y="2976"/>
            <a:chExt cx="1344" cy="240"/>
          </a:xfrm>
          <a:solidFill>
            <a:schemeClr val="tx1"/>
          </a:solidFill>
        </p:grpSpPr>
        <p:sp>
          <p:nvSpPr>
            <p:cNvPr id="18" name="Rectangle 81"/>
            <p:cNvSpPr>
              <a:spLocks noChangeArrowheads="1"/>
            </p:cNvSpPr>
            <p:nvPr/>
          </p:nvSpPr>
          <p:spPr bwMode="gray">
            <a:xfrm>
              <a:off x="1200" y="2976"/>
              <a:ext cx="480" cy="24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b="1" i="0" dirty="0"/>
                <a:t>HASH</a:t>
              </a:r>
            </a:p>
          </p:txBody>
        </p:sp>
        <p:sp>
          <p:nvSpPr>
            <p:cNvPr id="19" name="Rectangle 95"/>
            <p:cNvSpPr>
              <a:spLocks noChangeArrowheads="1"/>
            </p:cNvSpPr>
            <p:nvPr/>
          </p:nvSpPr>
          <p:spPr bwMode="gray">
            <a:xfrm>
              <a:off x="336" y="2976"/>
              <a:ext cx="864" cy="240"/>
            </a:xfrm>
            <a:prstGeom prst="rect">
              <a:avLst/>
            </a:prstGeom>
            <a:grpFill/>
            <a:ln w="12700">
              <a:solidFill>
                <a:srgbClr val="717A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sz="1600" b="1" i="0" dirty="0">
                  <a:solidFill>
                    <a:schemeClr val="bg1"/>
                  </a:solidFill>
                </a:rPr>
                <a:t>Data</a:t>
              </a:r>
            </a:p>
          </p:txBody>
        </p:sp>
      </p:grpSp>
      <p:cxnSp>
        <p:nvCxnSpPr>
          <p:cNvPr id="20" name="AutoShape 102"/>
          <p:cNvCxnSpPr>
            <a:cxnSpLocks noChangeShapeType="1"/>
            <a:stCxn id="16" idx="2"/>
          </p:cNvCxnSpPr>
          <p:nvPr/>
        </p:nvCxnSpPr>
        <p:spPr bwMode="gray">
          <a:xfrm>
            <a:off x="1600200" y="2706324"/>
            <a:ext cx="0" cy="8636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03"/>
          <p:cNvCxnSpPr>
            <a:cxnSpLocks noChangeShapeType="1"/>
            <a:endCxn id="22" idx="0"/>
          </p:cNvCxnSpPr>
          <p:nvPr/>
        </p:nvCxnSpPr>
        <p:spPr bwMode="gray">
          <a:xfrm>
            <a:off x="1600200" y="4094466"/>
            <a:ext cx="0" cy="715962"/>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ectangle 105"/>
          <p:cNvSpPr>
            <a:spLocks noChangeArrowheads="1"/>
          </p:cNvSpPr>
          <p:nvPr/>
        </p:nvSpPr>
        <p:spPr bwMode="gray">
          <a:xfrm>
            <a:off x="533400" y="4810428"/>
            <a:ext cx="2133600" cy="5334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3" name="AutoShape 106"/>
          <p:cNvCxnSpPr>
            <a:cxnSpLocks noChangeShapeType="1"/>
          </p:cNvCxnSpPr>
          <p:nvPr/>
        </p:nvCxnSpPr>
        <p:spPr bwMode="gray">
          <a:xfrm>
            <a:off x="5638800" y="4907266"/>
            <a:ext cx="0" cy="398462"/>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107"/>
          <p:cNvCxnSpPr>
            <a:cxnSpLocks noChangeShapeType="1"/>
          </p:cNvCxnSpPr>
          <p:nvPr/>
        </p:nvCxnSpPr>
        <p:spPr bwMode="gray">
          <a:xfrm>
            <a:off x="5638800" y="3885395"/>
            <a:ext cx="0" cy="4572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34"/>
          <p:cNvSpPr txBox="1">
            <a:spLocks noChangeArrowheads="1"/>
          </p:cNvSpPr>
          <p:nvPr/>
        </p:nvSpPr>
        <p:spPr bwMode="gray">
          <a:xfrm>
            <a:off x="995362" y="1510800"/>
            <a:ext cx="1080744"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a:t>Sender</a:t>
            </a:r>
          </a:p>
        </p:txBody>
      </p:sp>
      <p:sp>
        <p:nvSpPr>
          <p:cNvPr id="26" name="Text Box 35"/>
          <p:cNvSpPr txBox="1">
            <a:spLocks noChangeArrowheads="1"/>
          </p:cNvSpPr>
          <p:nvPr/>
        </p:nvSpPr>
        <p:spPr bwMode="gray">
          <a:xfrm>
            <a:off x="6165329" y="1521433"/>
            <a:ext cx="1275349"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dirty="0"/>
              <a:t>Receiver</a:t>
            </a:r>
          </a:p>
        </p:txBody>
      </p:sp>
      <p:grpSp>
        <p:nvGrpSpPr>
          <p:cNvPr id="27" name="Group 104"/>
          <p:cNvGrpSpPr>
            <a:grpSpLocks/>
          </p:cNvGrpSpPr>
          <p:nvPr/>
        </p:nvGrpSpPr>
        <p:grpSpPr bwMode="auto">
          <a:xfrm>
            <a:off x="5528932" y="2332635"/>
            <a:ext cx="2133600" cy="381000"/>
            <a:chOff x="336" y="2976"/>
            <a:chExt cx="1344" cy="240"/>
          </a:xfrm>
          <a:solidFill>
            <a:schemeClr val="tx1"/>
          </a:solidFill>
        </p:grpSpPr>
        <p:sp>
          <p:nvSpPr>
            <p:cNvPr id="28" name="Rectangle 81"/>
            <p:cNvSpPr>
              <a:spLocks noChangeArrowheads="1"/>
            </p:cNvSpPr>
            <p:nvPr/>
          </p:nvSpPr>
          <p:spPr bwMode="gray">
            <a:xfrm>
              <a:off x="1200" y="2976"/>
              <a:ext cx="480" cy="24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b="1" i="0" dirty="0"/>
                <a:t>HASH</a:t>
              </a:r>
            </a:p>
          </p:txBody>
        </p:sp>
        <p:sp>
          <p:nvSpPr>
            <p:cNvPr id="29" name="Rectangle 95"/>
            <p:cNvSpPr>
              <a:spLocks noChangeArrowheads="1"/>
            </p:cNvSpPr>
            <p:nvPr/>
          </p:nvSpPr>
          <p:spPr bwMode="gray">
            <a:xfrm>
              <a:off x="336" y="2976"/>
              <a:ext cx="864" cy="240"/>
            </a:xfrm>
            <a:prstGeom prst="rect">
              <a:avLst/>
            </a:prstGeom>
            <a:grpFill/>
            <a:ln w="12700">
              <a:solidFill>
                <a:srgbClr val="717A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sz="1600" b="1" i="0" dirty="0">
                  <a:solidFill>
                    <a:schemeClr val="bg1"/>
                  </a:solidFill>
                </a:rPr>
                <a:t>Data</a:t>
              </a:r>
            </a:p>
          </p:txBody>
        </p:sp>
      </p:grpSp>
      <p:sp>
        <p:nvSpPr>
          <p:cNvPr id="30" name="Rectangle 105"/>
          <p:cNvSpPr>
            <a:spLocks noChangeArrowheads="1"/>
          </p:cNvSpPr>
          <p:nvPr/>
        </p:nvSpPr>
        <p:spPr bwMode="gray">
          <a:xfrm>
            <a:off x="5518299" y="2256435"/>
            <a:ext cx="2133600" cy="5334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Rectangle 81"/>
          <p:cNvSpPr>
            <a:spLocks noChangeArrowheads="1"/>
          </p:cNvSpPr>
          <p:nvPr/>
        </p:nvSpPr>
        <p:spPr bwMode="gray">
          <a:xfrm>
            <a:off x="7162800" y="5322565"/>
            <a:ext cx="762000" cy="38100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b="1" i="0" dirty="0"/>
              <a:t>HASH</a:t>
            </a:r>
          </a:p>
        </p:txBody>
      </p:sp>
      <p:sp>
        <p:nvSpPr>
          <p:cNvPr id="33" name="Rectangle 81"/>
          <p:cNvSpPr>
            <a:spLocks noChangeArrowheads="1"/>
          </p:cNvSpPr>
          <p:nvPr/>
        </p:nvSpPr>
        <p:spPr bwMode="gray">
          <a:xfrm>
            <a:off x="7162800" y="3481690"/>
            <a:ext cx="762000" cy="38100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b="1" i="0" dirty="0"/>
              <a:t>HASH</a:t>
            </a:r>
          </a:p>
        </p:txBody>
      </p:sp>
      <p:sp>
        <p:nvSpPr>
          <p:cNvPr id="34" name="Rectangle 81"/>
          <p:cNvSpPr>
            <a:spLocks noChangeArrowheads="1"/>
          </p:cNvSpPr>
          <p:nvPr/>
        </p:nvSpPr>
        <p:spPr bwMode="gray">
          <a:xfrm>
            <a:off x="5236534" y="5343828"/>
            <a:ext cx="762000" cy="38100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b="1" i="0" dirty="0"/>
              <a:t>HASH</a:t>
            </a:r>
          </a:p>
        </p:txBody>
      </p:sp>
      <p:sp>
        <p:nvSpPr>
          <p:cNvPr id="35" name="Rectangle 95"/>
          <p:cNvSpPr>
            <a:spLocks noChangeArrowheads="1"/>
          </p:cNvSpPr>
          <p:nvPr/>
        </p:nvSpPr>
        <p:spPr bwMode="gray">
          <a:xfrm>
            <a:off x="4942367" y="3493762"/>
            <a:ext cx="1371600" cy="381000"/>
          </a:xfrm>
          <a:prstGeom prst="rect">
            <a:avLst/>
          </a:prstGeom>
          <a:solidFill>
            <a:schemeClr val="tx1"/>
          </a:solidFill>
          <a:ln w="12700">
            <a:solidFill>
              <a:srgbClr val="717A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eaLnBrk="0" hangingPunct="0"/>
            <a:r>
              <a:rPr lang="en-US" altLang="en-US" sz="1600" b="1" i="0" dirty="0">
                <a:solidFill>
                  <a:schemeClr val="bg1"/>
                </a:solidFill>
              </a:rPr>
              <a:t>Data</a:t>
            </a:r>
          </a:p>
        </p:txBody>
      </p:sp>
      <p:sp>
        <p:nvSpPr>
          <p:cNvPr id="36" name="Rectangle 94"/>
          <p:cNvSpPr>
            <a:spLocks noChangeArrowheads="1"/>
          </p:cNvSpPr>
          <p:nvPr/>
        </p:nvSpPr>
        <p:spPr bwMode="gray">
          <a:xfrm>
            <a:off x="844928" y="3634090"/>
            <a:ext cx="1418018" cy="381000"/>
          </a:xfrm>
          <a:prstGeom prst="rect">
            <a:avLst/>
          </a:prstGeom>
          <a:solidFill>
            <a:schemeClr val="accent5"/>
          </a:solidFill>
          <a:ln w="12700">
            <a:solidFill>
              <a:schemeClr val="accent5">
                <a:lumMod val="50000"/>
              </a:schemeClr>
            </a:solidFill>
            <a:miter lim="800000"/>
            <a:headEnd type="none" w="sm" len="sm"/>
            <a:tailEnd type="none" w="sm" len="sm"/>
          </a:ln>
          <a:effectLst/>
        </p:spPr>
        <p:txBody>
          <a:bodyPr wrap="none" anchor="ctr" anchorCtr="1"/>
          <a:lstStyle/>
          <a:p>
            <a:pPr eaLnBrk="0" hangingPunct="0"/>
            <a:r>
              <a:rPr lang="en-US" altLang="en-US" sz="1600" b="1" dirty="0" smtClean="0">
                <a:solidFill>
                  <a:schemeClr val="bg1"/>
                </a:solidFill>
              </a:rPr>
              <a:t>Hash Algorithm</a:t>
            </a:r>
            <a:endParaRPr lang="en-US" altLang="en-US" sz="1600" b="1" i="0" dirty="0">
              <a:solidFill>
                <a:schemeClr val="bg1"/>
              </a:solidFill>
            </a:endParaRPr>
          </a:p>
        </p:txBody>
      </p:sp>
      <p:sp>
        <p:nvSpPr>
          <p:cNvPr id="37" name="Rectangle 94"/>
          <p:cNvSpPr>
            <a:spLocks noChangeArrowheads="1"/>
          </p:cNvSpPr>
          <p:nvPr/>
        </p:nvSpPr>
        <p:spPr bwMode="gray">
          <a:xfrm>
            <a:off x="4929791" y="4396090"/>
            <a:ext cx="1418018" cy="381000"/>
          </a:xfrm>
          <a:prstGeom prst="rect">
            <a:avLst/>
          </a:prstGeom>
          <a:solidFill>
            <a:schemeClr val="accent5"/>
          </a:solidFill>
          <a:ln w="12700">
            <a:solidFill>
              <a:schemeClr val="accent5">
                <a:lumMod val="50000"/>
              </a:schemeClr>
            </a:solidFill>
            <a:miter lim="800000"/>
            <a:headEnd type="none" w="sm" len="sm"/>
            <a:tailEnd type="none" w="sm" len="sm"/>
          </a:ln>
          <a:effectLst/>
        </p:spPr>
        <p:txBody>
          <a:bodyPr wrap="none" anchor="ctr" anchorCtr="1"/>
          <a:lstStyle/>
          <a:p>
            <a:pPr eaLnBrk="0" hangingPunct="0"/>
            <a:r>
              <a:rPr lang="en-US" altLang="en-US" sz="1600" b="1" dirty="0" smtClean="0">
                <a:solidFill>
                  <a:schemeClr val="bg1"/>
                </a:solidFill>
              </a:rPr>
              <a:t>Hash Algorithm</a:t>
            </a:r>
            <a:endParaRPr lang="en-US" altLang="en-US" sz="1600" b="1" i="0" dirty="0">
              <a:solidFill>
                <a:schemeClr val="bg1"/>
              </a:solidFill>
            </a:endParaRPr>
          </a:p>
        </p:txBody>
      </p:sp>
    </p:spTree>
    <p:extLst>
      <p:ext uri="{BB962C8B-B14F-4D97-AF65-F5344CB8AC3E}">
        <p14:creationId xmlns:p14="http://schemas.microsoft.com/office/powerpoint/2010/main" val="3689037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Symmetric key encryption</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59" name="Rectangle 28"/>
          <p:cNvSpPr txBox="1">
            <a:spLocks noChangeArrowheads="1"/>
          </p:cNvSpPr>
          <p:nvPr/>
        </p:nvSpPr>
        <p:spPr bwMode="auto">
          <a:xfrm>
            <a:off x="227013" y="1323975"/>
            <a:ext cx="8675687" cy="1809750"/>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marL="0" indent="0" algn="l" rtl="0" eaLnBrk="1" fontAlgn="base" hangingPunct="1">
              <a:lnSpc>
                <a:spcPct val="110000"/>
              </a:lnSpc>
              <a:spcBef>
                <a:spcPct val="0"/>
              </a:spcBef>
              <a:spcAft>
                <a:spcPts val="800"/>
              </a:spcAft>
              <a:buFont typeface="Arial" charset="0"/>
              <a:buNone/>
              <a:defRPr sz="2000" b="0" kern="1200">
                <a:solidFill>
                  <a:schemeClr val="tx2"/>
                </a:solidFill>
                <a:latin typeface="+mn-lt"/>
                <a:ea typeface="ＭＳ Ｐゴシック" charset="0"/>
                <a:cs typeface="ＭＳ Ｐゴシック" charset="0"/>
              </a:defRPr>
            </a:lvl1pPr>
            <a:lvl2pPr marL="457200" indent="0" algn="ctr" rtl="0" eaLnBrk="1" fontAlgn="base" hangingPunct="1">
              <a:spcBef>
                <a:spcPct val="0"/>
              </a:spcBef>
              <a:spcAft>
                <a:spcPts val="600"/>
              </a:spcAft>
              <a:buFont typeface="Arial" charset="0"/>
              <a:buNone/>
              <a:defRPr sz="2000" kern="1200">
                <a:solidFill>
                  <a:schemeClr val="tx1">
                    <a:tint val="75000"/>
                  </a:schemeClr>
                </a:solidFill>
                <a:latin typeface="+mn-lt"/>
                <a:ea typeface="ＭＳ Ｐゴシック" charset="0"/>
                <a:cs typeface="+mn-cs"/>
              </a:defRPr>
            </a:lvl2pPr>
            <a:lvl3pPr marL="914400" indent="0" algn="ctr" rtl="0" eaLnBrk="1" fontAlgn="base" hangingPunct="1">
              <a:spcBef>
                <a:spcPct val="0"/>
              </a:spcBef>
              <a:spcAft>
                <a:spcPts val="400"/>
              </a:spcAft>
              <a:buSzPct val="80000"/>
              <a:buFont typeface="Arial" charset="0"/>
              <a:buNone/>
              <a:defRPr sz="2000" kern="1200">
                <a:solidFill>
                  <a:schemeClr val="tx1">
                    <a:tint val="75000"/>
                  </a:schemeClr>
                </a:solidFill>
                <a:latin typeface="+mn-lt"/>
                <a:ea typeface="ＭＳ Ｐゴシック" charset="0"/>
                <a:cs typeface="+mn-cs"/>
              </a:defRPr>
            </a:lvl3pPr>
            <a:lvl4pPr marL="1371600" indent="0" algn="ctr" rtl="0" eaLnBrk="1" fontAlgn="base" hangingPunct="1">
              <a:spcBef>
                <a:spcPct val="0"/>
              </a:spcBef>
              <a:spcAft>
                <a:spcPts val="400"/>
              </a:spcAft>
              <a:buSzPct val="80000"/>
              <a:buFont typeface="Arial" charset="0"/>
              <a:buNone/>
              <a:defRPr kern="1200">
                <a:solidFill>
                  <a:schemeClr val="tx1">
                    <a:tint val="75000"/>
                  </a:schemeClr>
                </a:solidFill>
                <a:latin typeface="+mn-lt"/>
                <a:ea typeface="ＭＳ Ｐゴシック" charset="0"/>
                <a:cs typeface="+mn-cs"/>
              </a:defRPr>
            </a:lvl4pPr>
            <a:lvl5pPr marL="1828800" indent="0" algn="ctr" rtl="0" eaLnBrk="1" fontAlgn="base" hangingPunct="1">
              <a:spcBef>
                <a:spcPct val="0"/>
              </a:spcBef>
              <a:spcAft>
                <a:spcPts val="400"/>
              </a:spcAft>
              <a:buSzPct val="80000"/>
              <a:buFont typeface="Arial" charset="0"/>
              <a:buNone/>
              <a:defRPr sz="1600" kern="1200">
                <a:solidFill>
                  <a:schemeClr val="tx1">
                    <a:tint val="75000"/>
                  </a:schemeClr>
                </a:solidFill>
                <a:latin typeface="+mn-lt"/>
                <a:ea typeface="ＭＳ Ｐゴシック" charset="0"/>
                <a:cs typeface="+mn-cs"/>
              </a:defRPr>
            </a:lvl5pPr>
            <a:lvl6pPr marL="2286000" indent="0" algn="ctr" defTabSz="860425" rtl="0" eaLnBrk="1" latinLnBrk="0" hangingPunct="1">
              <a:lnSpc>
                <a:spcPct val="100000"/>
              </a:lnSpc>
              <a:spcBef>
                <a:spcPts val="0"/>
              </a:spcBef>
              <a:spcAft>
                <a:spcPts val="300"/>
              </a:spcAft>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lnSpc>
                <a:spcPct val="100000"/>
              </a:lnSpc>
              <a:spcBef>
                <a:spcPts val="0"/>
              </a:spcBef>
              <a:spcAft>
                <a:spcPts val="300"/>
              </a:spcAft>
              <a:buFontTx/>
              <a:buNone/>
              <a:defRPr sz="1200" i="1"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altLang="en-US" dirty="0" smtClean="0"/>
              <a:t>Symmetric keys are faster and used for bulk data encryption</a:t>
            </a:r>
          </a:p>
          <a:p>
            <a:pPr marL="342900" indent="-342900">
              <a:buClr>
                <a:schemeClr val="accent5"/>
              </a:buClr>
              <a:buSzPct val="120000"/>
              <a:buFont typeface="Arial" panose="020B0604020202020204" pitchFamily="34" charset="0"/>
              <a:buChar char="•"/>
            </a:pPr>
            <a:r>
              <a:rPr lang="en-US" altLang="en-US" dirty="0" smtClean="0"/>
              <a:t>Typical key size vary from 40bits to 2048 bits</a:t>
            </a:r>
          </a:p>
          <a:p>
            <a:pPr marL="342900" indent="-342900">
              <a:buClr>
                <a:schemeClr val="accent5"/>
              </a:buClr>
              <a:buSzPct val="120000"/>
              <a:buFont typeface="Arial" panose="020B0604020202020204" pitchFamily="34" charset="0"/>
              <a:buChar char="•"/>
            </a:pPr>
            <a:r>
              <a:rPr lang="en-US" altLang="en-US" dirty="0" smtClean="0"/>
              <a:t>Examples: DES, 3DES, AES</a:t>
            </a:r>
            <a:endParaRPr lang="en-US" altLang="en-US" dirty="0"/>
          </a:p>
        </p:txBody>
      </p:sp>
      <p:sp>
        <p:nvSpPr>
          <p:cNvPr id="60" name="Line 13"/>
          <p:cNvSpPr>
            <a:spLocks noChangeShapeType="1"/>
          </p:cNvSpPr>
          <p:nvPr/>
        </p:nvSpPr>
        <p:spPr bwMode="gray">
          <a:xfrm>
            <a:off x="2438400" y="4495800"/>
            <a:ext cx="0" cy="1143000"/>
          </a:xfrm>
          <a:prstGeom prst="line">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14"/>
          <p:cNvSpPr>
            <a:spLocks noChangeShapeType="1"/>
          </p:cNvSpPr>
          <p:nvPr/>
        </p:nvSpPr>
        <p:spPr bwMode="gray">
          <a:xfrm>
            <a:off x="6946602" y="4495800"/>
            <a:ext cx="0" cy="1219200"/>
          </a:xfrm>
          <a:prstGeom prst="line">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Line 15"/>
          <p:cNvSpPr>
            <a:spLocks noChangeShapeType="1"/>
          </p:cNvSpPr>
          <p:nvPr/>
        </p:nvSpPr>
        <p:spPr bwMode="gray">
          <a:xfrm flipV="1">
            <a:off x="3200400" y="4191000"/>
            <a:ext cx="1981200" cy="1752600"/>
          </a:xfrm>
          <a:prstGeom prst="line">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Oval 29"/>
          <p:cNvSpPr>
            <a:spLocks noChangeArrowheads="1"/>
          </p:cNvSpPr>
          <p:nvPr/>
        </p:nvSpPr>
        <p:spPr bwMode="gray">
          <a:xfrm>
            <a:off x="304800" y="3962400"/>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1</a:t>
            </a:r>
          </a:p>
        </p:txBody>
      </p:sp>
      <p:sp>
        <p:nvSpPr>
          <p:cNvPr id="64" name="Oval 30"/>
          <p:cNvSpPr>
            <a:spLocks noChangeArrowheads="1"/>
          </p:cNvSpPr>
          <p:nvPr/>
        </p:nvSpPr>
        <p:spPr bwMode="gray">
          <a:xfrm>
            <a:off x="4038600" y="4876800"/>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2</a:t>
            </a:r>
          </a:p>
        </p:txBody>
      </p:sp>
      <p:sp>
        <p:nvSpPr>
          <p:cNvPr id="65" name="Oval 31"/>
          <p:cNvSpPr>
            <a:spLocks noChangeArrowheads="1"/>
          </p:cNvSpPr>
          <p:nvPr/>
        </p:nvSpPr>
        <p:spPr bwMode="gray">
          <a:xfrm>
            <a:off x="5741573" y="5791200"/>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3</a:t>
            </a:r>
          </a:p>
        </p:txBody>
      </p:sp>
      <p:sp>
        <p:nvSpPr>
          <p:cNvPr id="66" name="Text Box 34"/>
          <p:cNvSpPr txBox="1">
            <a:spLocks noChangeArrowheads="1"/>
          </p:cNvSpPr>
          <p:nvPr/>
        </p:nvSpPr>
        <p:spPr bwMode="gray">
          <a:xfrm>
            <a:off x="862978" y="3150560"/>
            <a:ext cx="1080744"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a:t>Sender</a:t>
            </a:r>
          </a:p>
        </p:txBody>
      </p:sp>
      <p:sp>
        <p:nvSpPr>
          <p:cNvPr id="67" name="Text Box 35"/>
          <p:cNvSpPr txBox="1">
            <a:spLocks noChangeArrowheads="1"/>
          </p:cNvSpPr>
          <p:nvPr/>
        </p:nvSpPr>
        <p:spPr bwMode="gray">
          <a:xfrm>
            <a:off x="6224164" y="3161193"/>
            <a:ext cx="1275349"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dirty="0"/>
              <a:t>Receiver</a:t>
            </a:r>
          </a:p>
        </p:txBody>
      </p:sp>
      <p:sp>
        <p:nvSpPr>
          <p:cNvPr id="68" name="Text Box 36"/>
          <p:cNvSpPr txBox="1">
            <a:spLocks noChangeArrowheads="1"/>
          </p:cNvSpPr>
          <p:nvPr/>
        </p:nvSpPr>
        <p:spPr bwMode="gray">
          <a:xfrm>
            <a:off x="2300288" y="3995738"/>
            <a:ext cx="433387" cy="4572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a:t>
            </a:r>
          </a:p>
        </p:txBody>
      </p:sp>
      <p:sp>
        <p:nvSpPr>
          <p:cNvPr id="69" name="Text Box 38"/>
          <p:cNvSpPr txBox="1">
            <a:spLocks noChangeArrowheads="1"/>
          </p:cNvSpPr>
          <p:nvPr/>
        </p:nvSpPr>
        <p:spPr bwMode="gray">
          <a:xfrm>
            <a:off x="6781800" y="3962400"/>
            <a:ext cx="433388" cy="4572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a:t>
            </a:r>
          </a:p>
        </p:txBody>
      </p:sp>
      <p:grpSp>
        <p:nvGrpSpPr>
          <p:cNvPr id="70" name="Group 43"/>
          <p:cNvGrpSpPr>
            <a:grpSpLocks/>
          </p:cNvGrpSpPr>
          <p:nvPr/>
        </p:nvGrpSpPr>
        <p:grpSpPr bwMode="auto">
          <a:xfrm>
            <a:off x="533400" y="5719010"/>
            <a:ext cx="1000123" cy="533399"/>
            <a:chOff x="1824" y="2448"/>
            <a:chExt cx="720" cy="384"/>
          </a:xfrm>
        </p:grpSpPr>
        <p:pic>
          <p:nvPicPr>
            <p:cNvPr id="71" name="Picture 44"/>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gray">
            <a:xfrm>
              <a:off x="1824" y="2448"/>
              <a:ext cx="7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 name="Text Box 45"/>
            <p:cNvSpPr txBox="1">
              <a:spLocks noChangeArrowheads="1"/>
            </p:cNvSpPr>
            <p:nvPr/>
          </p:nvSpPr>
          <p:spPr bwMode="gray">
            <a:xfrm>
              <a:off x="2256" y="2544"/>
              <a:ext cx="116"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endParaRPr lang="en-US" altLang="en-US" sz="2000" b="1" i="0">
                <a:solidFill>
                  <a:schemeClr val="bg1"/>
                </a:solidFill>
              </a:endParaRPr>
            </a:p>
          </p:txBody>
        </p:sp>
      </p:grpSp>
      <p:sp>
        <p:nvSpPr>
          <p:cNvPr id="76" name="Rectangle 75"/>
          <p:cNvSpPr/>
          <p:nvPr/>
        </p:nvSpPr>
        <p:spPr>
          <a:xfrm>
            <a:off x="866551" y="4038270"/>
            <a:ext cx="1353881" cy="3544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Original data</a:t>
            </a:r>
            <a:endParaRPr lang="en-US" b="1" dirty="0">
              <a:solidFill>
                <a:schemeClr val="bg1"/>
              </a:solidFill>
            </a:endParaRPr>
          </a:p>
        </p:txBody>
      </p:sp>
      <p:sp>
        <p:nvSpPr>
          <p:cNvPr id="77" name="Rectangle 76"/>
          <p:cNvSpPr/>
          <p:nvPr/>
        </p:nvSpPr>
        <p:spPr>
          <a:xfrm>
            <a:off x="1738423" y="5848572"/>
            <a:ext cx="1353881" cy="354456"/>
          </a:xfrm>
          <a:prstGeom prst="rect">
            <a:avLst/>
          </a:prstGeom>
          <a:solidFill>
            <a:schemeClr val="accent3">
              <a:lumMod val="50000"/>
            </a:schemeClr>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Encrypted data</a:t>
            </a:r>
            <a:endParaRPr lang="en-US" b="1" dirty="0">
              <a:solidFill>
                <a:schemeClr val="bg1"/>
              </a:solidFill>
            </a:endParaRPr>
          </a:p>
        </p:txBody>
      </p:sp>
      <p:sp>
        <p:nvSpPr>
          <p:cNvPr id="78" name="Rectangle 77"/>
          <p:cNvSpPr/>
          <p:nvPr/>
        </p:nvSpPr>
        <p:spPr>
          <a:xfrm>
            <a:off x="5309191" y="4017004"/>
            <a:ext cx="1353881" cy="354456"/>
          </a:xfrm>
          <a:prstGeom prst="rect">
            <a:avLst/>
          </a:prstGeom>
          <a:solidFill>
            <a:schemeClr val="accent3">
              <a:lumMod val="50000"/>
            </a:schemeClr>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Encrypted data</a:t>
            </a:r>
            <a:endParaRPr lang="en-US" b="1" dirty="0">
              <a:solidFill>
                <a:schemeClr val="bg1"/>
              </a:solidFill>
            </a:endParaRPr>
          </a:p>
        </p:txBody>
      </p:sp>
      <p:sp>
        <p:nvSpPr>
          <p:cNvPr id="79" name="Rectangle 78"/>
          <p:cNvSpPr/>
          <p:nvPr/>
        </p:nvSpPr>
        <p:spPr>
          <a:xfrm>
            <a:off x="6280284" y="5848572"/>
            <a:ext cx="1353881" cy="3544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Original data</a:t>
            </a:r>
            <a:endParaRPr lang="en-US" b="1" dirty="0">
              <a:solidFill>
                <a:schemeClr val="bg1"/>
              </a:solidFill>
            </a:endParaRPr>
          </a:p>
        </p:txBody>
      </p:sp>
      <p:grpSp>
        <p:nvGrpSpPr>
          <p:cNvPr id="25" name="Group 43"/>
          <p:cNvGrpSpPr>
            <a:grpSpLocks/>
          </p:cNvGrpSpPr>
          <p:nvPr/>
        </p:nvGrpSpPr>
        <p:grpSpPr bwMode="auto">
          <a:xfrm>
            <a:off x="7297518" y="3929550"/>
            <a:ext cx="1000123" cy="533399"/>
            <a:chOff x="1824" y="2448"/>
            <a:chExt cx="720" cy="384"/>
          </a:xfrm>
        </p:grpSpPr>
        <p:pic>
          <p:nvPicPr>
            <p:cNvPr id="26" name="Picture 44"/>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gray">
            <a:xfrm>
              <a:off x="1824" y="2448"/>
              <a:ext cx="7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5"/>
            <p:cNvSpPr txBox="1">
              <a:spLocks noChangeArrowheads="1"/>
            </p:cNvSpPr>
            <p:nvPr/>
          </p:nvSpPr>
          <p:spPr bwMode="gray">
            <a:xfrm>
              <a:off x="2256" y="2544"/>
              <a:ext cx="116"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endParaRPr lang="en-US" altLang="en-US" sz="2000" b="1" i="0">
                <a:solidFill>
                  <a:schemeClr val="bg1"/>
                </a:solidFill>
              </a:endParaRPr>
            </a:p>
          </p:txBody>
        </p:sp>
      </p:grpSp>
    </p:spTree>
    <p:extLst>
      <p:ext uri="{BB962C8B-B14F-4D97-AF65-F5344CB8AC3E}">
        <p14:creationId xmlns:p14="http://schemas.microsoft.com/office/powerpoint/2010/main" val="3374400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Public key encryption</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25" name="Rectangle 92"/>
          <p:cNvSpPr txBox="1">
            <a:spLocks noChangeArrowheads="1"/>
          </p:cNvSpPr>
          <p:nvPr/>
        </p:nvSpPr>
        <p:spPr bwMode="auto">
          <a:xfrm>
            <a:off x="227013" y="1323975"/>
            <a:ext cx="8675687" cy="1219200"/>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Autofit/>
          </a:bodyPr>
          <a:lstStyle>
            <a:lvl1pPr marL="0" indent="0" algn="l" rtl="0" eaLnBrk="1" fontAlgn="base" hangingPunct="1">
              <a:lnSpc>
                <a:spcPct val="110000"/>
              </a:lnSpc>
              <a:spcBef>
                <a:spcPct val="0"/>
              </a:spcBef>
              <a:spcAft>
                <a:spcPts val="800"/>
              </a:spcAft>
              <a:buFont typeface="Arial" charset="0"/>
              <a:buNone/>
              <a:defRPr sz="2000" b="0" kern="1200">
                <a:solidFill>
                  <a:schemeClr val="tx2"/>
                </a:solidFill>
                <a:latin typeface="+mn-lt"/>
                <a:ea typeface="ＭＳ Ｐゴシック" charset="0"/>
                <a:cs typeface="ＭＳ Ｐゴシック" charset="0"/>
              </a:defRPr>
            </a:lvl1pPr>
            <a:lvl2pPr marL="457200" indent="0" algn="ctr" rtl="0" eaLnBrk="1" fontAlgn="base" hangingPunct="1">
              <a:spcBef>
                <a:spcPct val="0"/>
              </a:spcBef>
              <a:spcAft>
                <a:spcPts val="600"/>
              </a:spcAft>
              <a:buFont typeface="Arial" charset="0"/>
              <a:buNone/>
              <a:defRPr sz="2000" kern="1200">
                <a:solidFill>
                  <a:schemeClr val="tx1">
                    <a:tint val="75000"/>
                  </a:schemeClr>
                </a:solidFill>
                <a:latin typeface="+mn-lt"/>
                <a:ea typeface="ＭＳ Ｐゴシック" charset="0"/>
                <a:cs typeface="+mn-cs"/>
              </a:defRPr>
            </a:lvl2pPr>
            <a:lvl3pPr marL="914400" indent="0" algn="ctr" rtl="0" eaLnBrk="1" fontAlgn="base" hangingPunct="1">
              <a:spcBef>
                <a:spcPct val="0"/>
              </a:spcBef>
              <a:spcAft>
                <a:spcPts val="400"/>
              </a:spcAft>
              <a:buSzPct val="80000"/>
              <a:buFont typeface="Arial" charset="0"/>
              <a:buNone/>
              <a:defRPr sz="2000" kern="1200">
                <a:solidFill>
                  <a:schemeClr val="tx1">
                    <a:tint val="75000"/>
                  </a:schemeClr>
                </a:solidFill>
                <a:latin typeface="+mn-lt"/>
                <a:ea typeface="ＭＳ Ｐゴシック" charset="0"/>
                <a:cs typeface="+mn-cs"/>
              </a:defRPr>
            </a:lvl3pPr>
            <a:lvl4pPr marL="1371600" indent="0" algn="ctr" rtl="0" eaLnBrk="1" fontAlgn="base" hangingPunct="1">
              <a:spcBef>
                <a:spcPct val="0"/>
              </a:spcBef>
              <a:spcAft>
                <a:spcPts val="400"/>
              </a:spcAft>
              <a:buSzPct val="80000"/>
              <a:buFont typeface="Arial" charset="0"/>
              <a:buNone/>
              <a:defRPr kern="1200">
                <a:solidFill>
                  <a:schemeClr val="tx1">
                    <a:tint val="75000"/>
                  </a:schemeClr>
                </a:solidFill>
                <a:latin typeface="+mn-lt"/>
                <a:ea typeface="ＭＳ Ｐゴシック" charset="0"/>
                <a:cs typeface="+mn-cs"/>
              </a:defRPr>
            </a:lvl4pPr>
            <a:lvl5pPr marL="1828800" indent="0" algn="ctr" rtl="0" eaLnBrk="1" fontAlgn="base" hangingPunct="1">
              <a:spcBef>
                <a:spcPct val="0"/>
              </a:spcBef>
              <a:spcAft>
                <a:spcPts val="400"/>
              </a:spcAft>
              <a:buSzPct val="80000"/>
              <a:buFont typeface="Arial" charset="0"/>
              <a:buNone/>
              <a:defRPr sz="1600" kern="1200">
                <a:solidFill>
                  <a:schemeClr val="tx1">
                    <a:tint val="75000"/>
                  </a:schemeClr>
                </a:solidFill>
                <a:latin typeface="+mn-lt"/>
                <a:ea typeface="ＭＳ Ｐゴシック" charset="0"/>
                <a:cs typeface="+mn-cs"/>
              </a:defRPr>
            </a:lvl5pPr>
            <a:lvl6pPr marL="2286000" indent="0" algn="ctr" defTabSz="860425" rtl="0" eaLnBrk="1" latinLnBrk="0" hangingPunct="1">
              <a:lnSpc>
                <a:spcPct val="100000"/>
              </a:lnSpc>
              <a:spcBef>
                <a:spcPts val="0"/>
              </a:spcBef>
              <a:spcAft>
                <a:spcPts val="300"/>
              </a:spcAft>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lnSpc>
                <a:spcPct val="100000"/>
              </a:lnSpc>
              <a:spcBef>
                <a:spcPts val="0"/>
              </a:spcBef>
              <a:spcAft>
                <a:spcPts val="300"/>
              </a:spcAft>
              <a:buFontTx/>
              <a:buNone/>
              <a:defRPr sz="1200" i="1"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altLang="en-US" dirty="0" smtClean="0"/>
              <a:t>Public and Private key scheme</a:t>
            </a:r>
          </a:p>
          <a:p>
            <a:pPr marL="342900" indent="-342900">
              <a:buClr>
                <a:schemeClr val="accent5"/>
              </a:buClr>
              <a:buSzPct val="120000"/>
              <a:buFont typeface="Arial" panose="020B0604020202020204" pitchFamily="34" charset="0"/>
              <a:buChar char="•"/>
            </a:pPr>
            <a:r>
              <a:rPr lang="en-US" altLang="en-US" dirty="0" smtClean="0"/>
              <a:t>Slow when used for data encryption</a:t>
            </a:r>
          </a:p>
          <a:p>
            <a:pPr marL="342900" indent="-342900">
              <a:buClr>
                <a:schemeClr val="accent5"/>
              </a:buClr>
              <a:buSzPct val="120000"/>
              <a:buFont typeface="Arial" panose="020B0604020202020204" pitchFamily="34" charset="0"/>
              <a:buChar char="•"/>
            </a:pPr>
            <a:r>
              <a:rPr lang="en-US" altLang="en-US" dirty="0" smtClean="0"/>
              <a:t>Examples: RSA, DH</a:t>
            </a:r>
            <a:endParaRPr lang="en-US" altLang="en-US" dirty="0"/>
          </a:p>
        </p:txBody>
      </p:sp>
      <p:grpSp>
        <p:nvGrpSpPr>
          <p:cNvPr id="26" name="Group 145"/>
          <p:cNvGrpSpPr>
            <a:grpSpLocks/>
          </p:cNvGrpSpPr>
          <p:nvPr/>
        </p:nvGrpSpPr>
        <p:grpSpPr bwMode="auto">
          <a:xfrm>
            <a:off x="1042990" y="3271838"/>
            <a:ext cx="1166813" cy="639762"/>
            <a:chOff x="3729" y="2352"/>
            <a:chExt cx="735" cy="403"/>
          </a:xfrm>
        </p:grpSpPr>
        <p:pic>
          <p:nvPicPr>
            <p:cNvPr id="27" name="Picture 100"/>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blackGray">
            <a:xfrm>
              <a:off x="3744" y="2352"/>
              <a:ext cx="72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8" name="Text Box 101"/>
            <p:cNvSpPr txBox="1">
              <a:spLocks noChangeArrowheads="1"/>
            </p:cNvSpPr>
            <p:nvPr/>
          </p:nvSpPr>
          <p:spPr bwMode="blackGray">
            <a:xfrm>
              <a:off x="3729" y="2371"/>
              <a:ext cx="424"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en-US" sz="2000" b="1" i="0" dirty="0">
                  <a:solidFill>
                    <a:schemeClr val="bg1"/>
                  </a:solidFill>
                </a:rPr>
                <a:t>Pub</a:t>
              </a:r>
            </a:p>
          </p:txBody>
        </p:sp>
      </p:grpSp>
      <p:grpSp>
        <p:nvGrpSpPr>
          <p:cNvPr id="29" name="Group 144"/>
          <p:cNvGrpSpPr>
            <a:grpSpLocks/>
          </p:cNvGrpSpPr>
          <p:nvPr/>
        </p:nvGrpSpPr>
        <p:grpSpPr bwMode="auto">
          <a:xfrm>
            <a:off x="7070725" y="4335463"/>
            <a:ext cx="1190625" cy="609600"/>
            <a:chOff x="1584" y="2256"/>
            <a:chExt cx="750" cy="384"/>
          </a:xfrm>
        </p:grpSpPr>
        <p:pic>
          <p:nvPicPr>
            <p:cNvPr id="30" name="Picture 115"/>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gray">
            <a:xfrm>
              <a:off x="1584" y="2256"/>
              <a:ext cx="7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 Box 116"/>
            <p:cNvSpPr txBox="1">
              <a:spLocks noChangeArrowheads="1"/>
            </p:cNvSpPr>
            <p:nvPr/>
          </p:nvSpPr>
          <p:spPr bwMode="gray">
            <a:xfrm>
              <a:off x="1903" y="2335"/>
              <a:ext cx="431"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en-US" sz="2000" b="1" i="0" dirty="0" err="1">
                  <a:solidFill>
                    <a:schemeClr val="bg1"/>
                  </a:solidFill>
                </a:rPr>
                <a:t>Priv</a:t>
              </a:r>
              <a:endParaRPr lang="en-US" altLang="en-US" sz="2000" b="1" i="0" dirty="0">
                <a:solidFill>
                  <a:schemeClr val="bg1"/>
                </a:solidFill>
              </a:endParaRPr>
            </a:p>
          </p:txBody>
        </p:sp>
      </p:grpSp>
      <p:sp>
        <p:nvSpPr>
          <p:cNvPr id="32" name="Oval 117"/>
          <p:cNvSpPr>
            <a:spLocks noChangeArrowheads="1"/>
          </p:cNvSpPr>
          <p:nvPr/>
        </p:nvSpPr>
        <p:spPr bwMode="gray">
          <a:xfrm>
            <a:off x="600075" y="3398838"/>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dirty="0">
                <a:solidFill>
                  <a:schemeClr val="accent5"/>
                </a:solidFill>
                <a:effectLst>
                  <a:outerShdw blurRad="38100" dist="38100" dir="2700000" algn="tl">
                    <a:srgbClr val="C0C0C0"/>
                  </a:outerShdw>
                </a:effectLst>
              </a:rPr>
              <a:t>1</a:t>
            </a:r>
          </a:p>
        </p:txBody>
      </p:sp>
      <p:sp>
        <p:nvSpPr>
          <p:cNvPr id="33" name="Text Box 120"/>
          <p:cNvSpPr txBox="1">
            <a:spLocks noChangeArrowheads="1"/>
          </p:cNvSpPr>
          <p:nvPr/>
        </p:nvSpPr>
        <p:spPr bwMode="gray">
          <a:xfrm>
            <a:off x="2209800" y="4422775"/>
            <a:ext cx="433388" cy="4572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a:t>
            </a:r>
          </a:p>
        </p:txBody>
      </p:sp>
      <p:sp>
        <p:nvSpPr>
          <p:cNvPr id="34" name="Oval 122"/>
          <p:cNvSpPr>
            <a:spLocks noChangeArrowheads="1"/>
          </p:cNvSpPr>
          <p:nvPr/>
        </p:nvSpPr>
        <p:spPr bwMode="gray">
          <a:xfrm>
            <a:off x="336885" y="4514354"/>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2</a:t>
            </a:r>
          </a:p>
        </p:txBody>
      </p:sp>
      <p:sp>
        <p:nvSpPr>
          <p:cNvPr id="35" name="Text Box 139"/>
          <p:cNvSpPr txBox="1">
            <a:spLocks noChangeArrowheads="1"/>
          </p:cNvSpPr>
          <p:nvPr/>
        </p:nvSpPr>
        <p:spPr bwMode="gray">
          <a:xfrm>
            <a:off x="6629400" y="4441825"/>
            <a:ext cx="433388" cy="457200"/>
          </a:xfrm>
          <a:prstGeom prst="rect">
            <a:avLst/>
          </a:prstGeom>
          <a:noFill/>
          <a:ln>
            <a:noFill/>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i="0"/>
              <a:t>+</a:t>
            </a:r>
          </a:p>
        </p:txBody>
      </p:sp>
      <p:sp>
        <p:nvSpPr>
          <p:cNvPr id="36" name="Oval 141"/>
          <p:cNvSpPr>
            <a:spLocks noChangeArrowheads="1"/>
          </p:cNvSpPr>
          <p:nvPr/>
        </p:nvSpPr>
        <p:spPr bwMode="gray">
          <a:xfrm>
            <a:off x="6336228" y="4941829"/>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4</a:t>
            </a:r>
          </a:p>
        </p:txBody>
      </p:sp>
      <p:cxnSp>
        <p:nvCxnSpPr>
          <p:cNvPr id="37" name="AutoShape 146"/>
          <p:cNvCxnSpPr>
            <a:cxnSpLocks noChangeShapeType="1"/>
            <a:stCxn id="39" idx="1"/>
            <a:endCxn id="27" idx="3"/>
          </p:cNvCxnSpPr>
          <p:nvPr/>
        </p:nvCxnSpPr>
        <p:spPr bwMode="gray">
          <a:xfrm flipH="1">
            <a:off x="2209800" y="3590925"/>
            <a:ext cx="4076700" cy="1588"/>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8" name="Group 147"/>
          <p:cNvGrpSpPr>
            <a:grpSpLocks/>
          </p:cNvGrpSpPr>
          <p:nvPr/>
        </p:nvGrpSpPr>
        <p:grpSpPr bwMode="auto">
          <a:xfrm>
            <a:off x="6278565" y="3270250"/>
            <a:ext cx="1150938" cy="639763"/>
            <a:chOff x="3739" y="2352"/>
            <a:chExt cx="725" cy="403"/>
          </a:xfrm>
        </p:grpSpPr>
        <p:pic>
          <p:nvPicPr>
            <p:cNvPr id="39" name="Picture 148"/>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blackGray">
            <a:xfrm>
              <a:off x="3744" y="2352"/>
              <a:ext cx="72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0" name="Text Box 149"/>
            <p:cNvSpPr txBox="1">
              <a:spLocks noChangeArrowheads="1"/>
            </p:cNvSpPr>
            <p:nvPr/>
          </p:nvSpPr>
          <p:spPr bwMode="blackGray">
            <a:xfrm>
              <a:off x="3739" y="2371"/>
              <a:ext cx="424"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en-US" sz="2000" b="1" i="0" dirty="0">
                  <a:solidFill>
                    <a:schemeClr val="bg1"/>
                  </a:solidFill>
                </a:rPr>
                <a:t>Pub</a:t>
              </a:r>
            </a:p>
          </p:txBody>
        </p:sp>
      </p:grpSp>
      <p:grpSp>
        <p:nvGrpSpPr>
          <p:cNvPr id="41" name="Group 150"/>
          <p:cNvGrpSpPr>
            <a:grpSpLocks/>
          </p:cNvGrpSpPr>
          <p:nvPr/>
        </p:nvGrpSpPr>
        <p:grpSpPr bwMode="auto">
          <a:xfrm>
            <a:off x="2635253" y="4365625"/>
            <a:ext cx="1150938" cy="639763"/>
            <a:chOff x="3739" y="2352"/>
            <a:chExt cx="725" cy="403"/>
          </a:xfrm>
        </p:grpSpPr>
        <p:pic>
          <p:nvPicPr>
            <p:cNvPr id="42" name="Picture 151"/>
            <p:cNvPicPr>
              <a:picLocks noChangeAspect="1" noChangeArrowheads="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blackGray">
            <a:xfrm>
              <a:off x="3744" y="2352"/>
              <a:ext cx="72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3" name="Text Box 152"/>
            <p:cNvSpPr txBox="1">
              <a:spLocks noChangeArrowheads="1"/>
            </p:cNvSpPr>
            <p:nvPr/>
          </p:nvSpPr>
          <p:spPr bwMode="blackGray">
            <a:xfrm>
              <a:off x="3739" y="2381"/>
              <a:ext cx="424" cy="25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en-US" sz="2000" b="1" i="0" dirty="0">
                  <a:solidFill>
                    <a:schemeClr val="bg1"/>
                  </a:solidFill>
                </a:rPr>
                <a:t>Pub</a:t>
              </a:r>
            </a:p>
          </p:txBody>
        </p:sp>
      </p:grpSp>
      <p:cxnSp>
        <p:nvCxnSpPr>
          <p:cNvPr id="44" name="AutoShape 153"/>
          <p:cNvCxnSpPr>
            <a:cxnSpLocks noChangeShapeType="1"/>
          </p:cNvCxnSpPr>
          <p:nvPr/>
        </p:nvCxnSpPr>
        <p:spPr bwMode="gray">
          <a:xfrm>
            <a:off x="2374123" y="4879975"/>
            <a:ext cx="6350" cy="10668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AutoShape 154"/>
          <p:cNvCxnSpPr>
            <a:cxnSpLocks noChangeShapeType="1"/>
          </p:cNvCxnSpPr>
          <p:nvPr/>
        </p:nvCxnSpPr>
        <p:spPr bwMode="gray">
          <a:xfrm flipV="1">
            <a:off x="3119438" y="4632325"/>
            <a:ext cx="1985962" cy="150495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155"/>
          <p:cNvCxnSpPr>
            <a:cxnSpLocks noChangeShapeType="1"/>
          </p:cNvCxnSpPr>
          <p:nvPr/>
        </p:nvCxnSpPr>
        <p:spPr bwMode="gray">
          <a:xfrm flipH="1">
            <a:off x="6776260" y="4899025"/>
            <a:ext cx="17463" cy="762000"/>
          </a:xfrm>
          <a:prstGeom prst="straightConnector1">
            <a:avLst/>
          </a:prstGeom>
          <a:noFill/>
          <a:ln w="57150">
            <a:solidFill>
              <a:schemeClr val="tx1"/>
            </a:solidFill>
            <a:prstDash val="dash"/>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 Box 34"/>
          <p:cNvSpPr txBox="1">
            <a:spLocks noChangeArrowheads="1"/>
          </p:cNvSpPr>
          <p:nvPr/>
        </p:nvSpPr>
        <p:spPr bwMode="gray">
          <a:xfrm>
            <a:off x="862978" y="2597644"/>
            <a:ext cx="1080744"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dirty="0"/>
              <a:t>Sender</a:t>
            </a:r>
          </a:p>
        </p:txBody>
      </p:sp>
      <p:sp>
        <p:nvSpPr>
          <p:cNvPr id="48" name="Text Box 35"/>
          <p:cNvSpPr txBox="1">
            <a:spLocks noChangeArrowheads="1"/>
          </p:cNvSpPr>
          <p:nvPr/>
        </p:nvSpPr>
        <p:spPr bwMode="gray">
          <a:xfrm>
            <a:off x="6086110" y="2576378"/>
            <a:ext cx="1275349" cy="461665"/>
          </a:xfrm>
          <a:prstGeom prst="rect">
            <a:avLst/>
          </a:prstGeom>
          <a:noFill/>
          <a:ln w="38100">
            <a:solidFill>
              <a:schemeClr val="accent1"/>
            </a:solidFill>
            <a:miter lim="800000"/>
            <a:headEnd/>
            <a:tailEnd/>
          </a:ln>
          <a:effectLst/>
          <a:extLst>
            <a:ext uri="{909E8E84-426E-40DD-AFC4-6F175D3DCCD1}">
              <a14:hiddenFill xmlns:a14="http://schemas.microsoft.com/office/drawing/2010/main">
                <a:gradFill rotWithShape="0">
                  <a:gsLst>
                    <a:gs pos="0">
                      <a:schemeClr val="accent1">
                        <a:gamma/>
                        <a:tint val="63529"/>
                        <a:invGamma/>
                      </a:schemeClr>
                    </a:gs>
                    <a:gs pos="50000">
                      <a:schemeClr val="accent1"/>
                    </a:gs>
                    <a:gs pos="100000">
                      <a:schemeClr val="accent1">
                        <a:gamma/>
                        <a:tint val="63529"/>
                        <a:invGamma/>
                      </a:scheme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400" b="1" dirty="0"/>
              <a:t>Receiver</a:t>
            </a:r>
          </a:p>
        </p:txBody>
      </p:sp>
      <p:sp>
        <p:nvSpPr>
          <p:cNvPr id="49" name="Rectangle 48"/>
          <p:cNvSpPr/>
          <p:nvPr/>
        </p:nvSpPr>
        <p:spPr>
          <a:xfrm>
            <a:off x="866551" y="4495489"/>
            <a:ext cx="1353881" cy="3544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Original data</a:t>
            </a:r>
            <a:endParaRPr lang="en-US" b="1" dirty="0">
              <a:solidFill>
                <a:schemeClr val="bg1"/>
              </a:solidFill>
            </a:endParaRPr>
          </a:p>
        </p:txBody>
      </p:sp>
      <p:sp>
        <p:nvSpPr>
          <p:cNvPr id="50" name="Rectangle 49"/>
          <p:cNvSpPr/>
          <p:nvPr/>
        </p:nvSpPr>
        <p:spPr>
          <a:xfrm>
            <a:off x="6078257" y="5848572"/>
            <a:ext cx="1353881" cy="3544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Original data</a:t>
            </a:r>
            <a:endParaRPr lang="en-US" b="1" dirty="0">
              <a:solidFill>
                <a:schemeClr val="bg1"/>
              </a:solidFill>
            </a:endParaRPr>
          </a:p>
        </p:txBody>
      </p:sp>
      <p:sp>
        <p:nvSpPr>
          <p:cNvPr id="51" name="Rectangle 50"/>
          <p:cNvSpPr/>
          <p:nvPr/>
        </p:nvSpPr>
        <p:spPr>
          <a:xfrm>
            <a:off x="1632093" y="6050599"/>
            <a:ext cx="1353881" cy="354456"/>
          </a:xfrm>
          <a:prstGeom prst="rect">
            <a:avLst/>
          </a:prstGeom>
          <a:solidFill>
            <a:schemeClr val="accent3">
              <a:lumMod val="50000"/>
            </a:schemeClr>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Encrypted data</a:t>
            </a:r>
            <a:endParaRPr lang="en-US" b="1" dirty="0">
              <a:solidFill>
                <a:schemeClr val="bg1"/>
              </a:solidFill>
            </a:endParaRPr>
          </a:p>
        </p:txBody>
      </p:sp>
      <p:sp>
        <p:nvSpPr>
          <p:cNvPr id="52" name="Rectangle 51"/>
          <p:cNvSpPr/>
          <p:nvPr/>
        </p:nvSpPr>
        <p:spPr>
          <a:xfrm>
            <a:off x="5262562" y="4509124"/>
            <a:ext cx="1353881" cy="354456"/>
          </a:xfrm>
          <a:prstGeom prst="rect">
            <a:avLst/>
          </a:prstGeom>
          <a:solidFill>
            <a:schemeClr val="accent3">
              <a:lumMod val="50000"/>
            </a:schemeClr>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smtClean="0">
                <a:solidFill>
                  <a:schemeClr val="bg1"/>
                </a:solidFill>
              </a:rPr>
              <a:t>Encrypted data</a:t>
            </a:r>
            <a:endParaRPr lang="en-US" b="1" dirty="0">
              <a:solidFill>
                <a:schemeClr val="bg1"/>
              </a:solidFill>
            </a:endParaRPr>
          </a:p>
        </p:txBody>
      </p:sp>
      <p:sp>
        <p:nvSpPr>
          <p:cNvPr id="53" name="Oval 127"/>
          <p:cNvSpPr>
            <a:spLocks noChangeArrowheads="1"/>
          </p:cNvSpPr>
          <p:nvPr/>
        </p:nvSpPr>
        <p:spPr bwMode="gray">
          <a:xfrm>
            <a:off x="3829993" y="5298706"/>
            <a:ext cx="314325" cy="314325"/>
          </a:xfrm>
          <a:prstGeom prst="ellipse">
            <a:avLst/>
          </a:prstGeom>
          <a:solidFill>
            <a:schemeClr val="bg1"/>
          </a:solidFill>
          <a:ln w="57150">
            <a:solidFill>
              <a:schemeClr val="accent5"/>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rIns="45720" anchor="ctr" anchorCtr="1"/>
          <a:lstStyle/>
          <a:p>
            <a:r>
              <a:rPr lang="en-US" altLang="en-US" b="1" i="0">
                <a:solidFill>
                  <a:schemeClr val="accent5"/>
                </a:solidFill>
                <a:effectLst>
                  <a:outerShdw blurRad="38100" dist="38100" dir="2700000" algn="tl">
                    <a:srgbClr val="C0C0C0"/>
                  </a:outerShdw>
                </a:effectLst>
              </a:rPr>
              <a:t>3</a:t>
            </a:r>
          </a:p>
        </p:txBody>
      </p:sp>
    </p:spTree>
    <p:extLst>
      <p:ext uri="{BB962C8B-B14F-4D97-AF65-F5344CB8AC3E}">
        <p14:creationId xmlns:p14="http://schemas.microsoft.com/office/powerpoint/2010/main" val="569835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22</a:t>
            </a:fld>
            <a:endParaRPr lang="en-US" dirty="0"/>
          </a:p>
        </p:txBody>
      </p:sp>
      <p:sp>
        <p:nvSpPr>
          <p:cNvPr id="9"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12"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solidFill>
                  <a:srgbClr val="666666"/>
                </a:solidFill>
                <a:cs typeface="Calibri"/>
              </a:rPr>
              <a:t>What is a VPN?</a:t>
            </a:r>
          </a:p>
          <a:p>
            <a:pPr marL="342900" indent="-342900">
              <a:buFont typeface="+mj-lt"/>
              <a:buAutoNum type="arabicPeriod"/>
            </a:pPr>
            <a:r>
              <a:rPr lang="en-US" spc="-30" dirty="0">
                <a:solidFill>
                  <a:srgbClr val="666666"/>
                </a:solidFill>
                <a:cs typeface="Calibri"/>
              </a:rPr>
              <a:t>Types of VPNs</a:t>
            </a:r>
          </a:p>
          <a:p>
            <a:pPr marL="342900" indent="-342900">
              <a:buFont typeface="+mj-lt"/>
              <a:buAutoNum type="arabicPeriod"/>
            </a:pPr>
            <a:r>
              <a:rPr lang="en-US" spc="-30" dirty="0">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b="1" spc="-30" dirty="0" smtClean="0">
                <a:solidFill>
                  <a:schemeClr val="accent1"/>
                </a:solidFill>
                <a:cs typeface="Calibri"/>
              </a:rPr>
              <a:t>Lab</a:t>
            </a:r>
            <a:endParaRPr lang="en-US" b="1" spc="-30" dirty="0">
              <a:solidFill>
                <a:schemeClr val="accent1"/>
              </a:solidFill>
              <a:cs typeface="Calibri"/>
            </a:endParaRPr>
          </a:p>
          <a:p>
            <a:pPr marL="342900" indent="-342900">
              <a:buFont typeface="+mj-lt"/>
              <a:buAutoNum type="arabicPeriod"/>
            </a:pPr>
            <a:r>
              <a:rPr lang="en-US" spc="-30" dirty="0">
                <a:cs typeface="Calibri"/>
              </a:rPr>
              <a:t>Real scenario </a:t>
            </a:r>
            <a:r>
              <a:rPr lang="en-US" spc="-30" dirty="0" smtClean="0">
                <a:cs typeface="Calibri"/>
              </a:rPr>
              <a:t>troubleshooting</a:t>
            </a:r>
          </a:p>
          <a:p>
            <a:pPr marL="342900" indent="-342900">
              <a:buFont typeface="+mj-lt"/>
              <a:buAutoNum type="arabicPeriod"/>
            </a:pPr>
            <a:r>
              <a:rPr lang="en-US" spc="-30" dirty="0"/>
              <a:t>Q&amp;A</a:t>
            </a:r>
            <a:endParaRPr lang="en-US" dirty="0"/>
          </a:p>
          <a:p>
            <a:endParaRPr lang="en-US" dirty="0"/>
          </a:p>
          <a:p>
            <a:endParaRPr lang="en-US" dirty="0"/>
          </a:p>
        </p:txBody>
      </p:sp>
    </p:spTree>
    <p:extLst>
      <p:ext uri="{BB962C8B-B14F-4D97-AF65-F5344CB8AC3E}">
        <p14:creationId xmlns:p14="http://schemas.microsoft.com/office/powerpoint/2010/main" val="507860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loud 16"/>
          <p:cNvSpPr/>
          <p:nvPr/>
        </p:nvSpPr>
        <p:spPr>
          <a:xfrm>
            <a:off x="2995087" y="3602988"/>
            <a:ext cx="3379013" cy="1295506"/>
          </a:xfrm>
          <a:prstGeom prst="cloud">
            <a:avLst/>
          </a:prstGeom>
          <a:solidFill>
            <a:srgbClr val="FF0000">
              <a:alpha val="30000"/>
            </a:srgbClr>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Internet</a:t>
            </a:r>
            <a:endParaRPr lang="en-US" dirty="0">
              <a:solidFill>
                <a:schemeClr val="tx1"/>
              </a:solidFill>
            </a:endParaRPr>
          </a:p>
        </p:txBody>
      </p:sp>
      <p:sp>
        <p:nvSpPr>
          <p:cNvPr id="4" name="Title 3"/>
          <p:cNvSpPr>
            <a:spLocks noGrp="1"/>
          </p:cNvSpPr>
          <p:nvPr>
            <p:ph type="ctrTitle"/>
          </p:nvPr>
        </p:nvSpPr>
        <p:spPr>
          <a:xfrm>
            <a:off x="287116" y="566297"/>
            <a:ext cx="8010525" cy="682822"/>
          </a:xfrm>
        </p:spPr>
        <p:txBody>
          <a:bodyPr/>
          <a:lstStyle/>
          <a:p>
            <a:r>
              <a:rPr lang="en-US" dirty="0" smtClean="0"/>
              <a:t>LAB</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47" name="Rounded Rectangle 46"/>
          <p:cNvSpPr/>
          <p:nvPr/>
        </p:nvSpPr>
        <p:spPr>
          <a:xfrm>
            <a:off x="6783161" y="3115395"/>
            <a:ext cx="2047291" cy="2091924"/>
          </a:xfrm>
          <a:prstGeom prst="roundRect">
            <a:avLst/>
          </a:prstGeom>
          <a:solidFill>
            <a:schemeClr val="accent1">
              <a:lumMod val="50000"/>
              <a:alpha val="1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p:cNvSpPr/>
          <p:nvPr/>
        </p:nvSpPr>
        <p:spPr>
          <a:xfrm>
            <a:off x="493894" y="3083497"/>
            <a:ext cx="2047291" cy="2126508"/>
          </a:xfrm>
          <a:prstGeom prst="roundRect">
            <a:avLst/>
          </a:prstGeom>
          <a:solidFill>
            <a:schemeClr val="bg1">
              <a:lumMod val="85000"/>
              <a:alpha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6990818" y="3191157"/>
            <a:ext cx="1617751" cy="646331"/>
          </a:xfrm>
          <a:prstGeom prst="rect">
            <a:avLst/>
          </a:prstGeom>
          <a:noFill/>
        </p:spPr>
        <p:txBody>
          <a:bodyPr wrap="none" rtlCol="0">
            <a:spAutoFit/>
          </a:bodyPr>
          <a:lstStyle/>
          <a:p>
            <a:r>
              <a:rPr lang="en-US" dirty="0" smtClean="0"/>
              <a:t>Site B</a:t>
            </a:r>
          </a:p>
          <a:p>
            <a:r>
              <a:rPr lang="en-US" dirty="0" smtClean="0"/>
              <a:t>192.168.1.0/24</a:t>
            </a:r>
            <a:endParaRPr lang="en-US" dirty="0"/>
          </a:p>
        </p:txBody>
      </p:sp>
      <p:sp>
        <p:nvSpPr>
          <p:cNvPr id="62" name="Can 61"/>
          <p:cNvSpPr/>
          <p:nvPr/>
        </p:nvSpPr>
        <p:spPr>
          <a:xfrm rot="5400000">
            <a:off x="4494179" y="2505294"/>
            <a:ext cx="274427" cy="5022358"/>
          </a:xfrm>
          <a:prstGeom prst="can">
            <a:avLst/>
          </a:prstGeom>
          <a:solidFill>
            <a:schemeClr val="accent3">
              <a:lumMod val="75000"/>
            </a:schemeClr>
          </a:solidFill>
          <a:ln cap="rnd">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1722476" y="4995247"/>
            <a:ext cx="5691077" cy="47772"/>
          </a:xfrm>
          <a:custGeom>
            <a:avLst/>
            <a:gdLst>
              <a:gd name="connsiteX0" fmla="*/ 0 w 5316279"/>
              <a:gd name="connsiteY0" fmla="*/ 0 h 42530"/>
              <a:gd name="connsiteX1" fmla="*/ 5316279 w 5316279"/>
              <a:gd name="connsiteY1" fmla="*/ 42530 h 42530"/>
            </a:gdLst>
            <a:ahLst/>
            <a:cxnLst>
              <a:cxn ang="0">
                <a:pos x="connsiteX0" y="connsiteY0"/>
              </a:cxn>
              <a:cxn ang="0">
                <a:pos x="connsiteX1" y="connsiteY1"/>
              </a:cxn>
            </a:cxnLst>
            <a:rect l="l" t="t" r="r" b="b"/>
            <a:pathLst>
              <a:path w="5316279" h="42530">
                <a:moveTo>
                  <a:pt x="0" y="0"/>
                </a:moveTo>
                <a:lnTo>
                  <a:pt x="5316279" y="42530"/>
                </a:lnTo>
              </a:path>
            </a:pathLst>
          </a:custGeom>
          <a:noFill/>
          <a:ln w="57150">
            <a:solidFill>
              <a:schemeClr val="tx1"/>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4"/>
          <p:cNvSpPr txBox="1">
            <a:spLocks/>
          </p:cNvSpPr>
          <p:nvPr/>
        </p:nvSpPr>
        <p:spPr bwMode="auto">
          <a:xfrm>
            <a:off x="671513" y="1548259"/>
            <a:ext cx="565785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Site to site IPSec VPN</a:t>
            </a:r>
          </a:p>
          <a:p>
            <a:pPr marL="342900" indent="-342900">
              <a:buClr>
                <a:schemeClr val="accent5"/>
              </a:buClr>
              <a:buSzPct val="120000"/>
              <a:buFont typeface="Arial" panose="020B0604020202020204" pitchFamily="34" charset="0"/>
              <a:buChar char="•"/>
            </a:pPr>
            <a:r>
              <a:rPr lang="en-US" sz="2400" spc="-30" dirty="0" smtClean="0">
                <a:solidFill>
                  <a:srgbClr val="666666"/>
                </a:solidFill>
                <a:cs typeface="Calibri"/>
              </a:rPr>
              <a:t>Pre shared key authentication</a:t>
            </a:r>
          </a:p>
        </p:txBody>
      </p:sp>
      <p:sp>
        <p:nvSpPr>
          <p:cNvPr id="16" name="TextBox 15"/>
          <p:cNvSpPr txBox="1"/>
          <p:nvPr/>
        </p:nvSpPr>
        <p:spPr>
          <a:xfrm>
            <a:off x="708663" y="3191157"/>
            <a:ext cx="1383712" cy="646331"/>
          </a:xfrm>
          <a:prstGeom prst="rect">
            <a:avLst/>
          </a:prstGeom>
          <a:noFill/>
        </p:spPr>
        <p:txBody>
          <a:bodyPr wrap="none" rtlCol="0">
            <a:spAutoFit/>
          </a:bodyPr>
          <a:lstStyle/>
          <a:p>
            <a:r>
              <a:rPr lang="en-US" dirty="0" smtClean="0"/>
              <a:t>Site </a:t>
            </a:r>
            <a:r>
              <a:rPr lang="en-US" dirty="0"/>
              <a:t>A</a:t>
            </a:r>
            <a:endParaRPr lang="en-US" dirty="0" smtClean="0"/>
          </a:p>
          <a:p>
            <a:r>
              <a:rPr lang="en-US" dirty="0" smtClean="0"/>
              <a:t>10.10.1.0/24</a:t>
            </a:r>
            <a:endParaRPr lang="en-US" dirty="0"/>
          </a:p>
        </p:txBody>
      </p:sp>
      <p:cxnSp>
        <p:nvCxnSpPr>
          <p:cNvPr id="12" name="Straight Connector 11"/>
          <p:cNvCxnSpPr/>
          <p:nvPr/>
        </p:nvCxnSpPr>
        <p:spPr>
          <a:xfrm flipV="1">
            <a:off x="2995087" y="3837488"/>
            <a:ext cx="1572927" cy="5962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887683" y="3837488"/>
            <a:ext cx="1572927" cy="609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2" name="Object 51"/>
          <p:cNvGraphicFramePr>
            <a:graphicFrameLocks noChangeAspect="1"/>
          </p:cNvGraphicFramePr>
          <p:nvPr>
            <p:extLst>
              <p:ext uri="{D42A27DB-BD31-4B8C-83A1-F6EECF244321}">
                <p14:modId xmlns:p14="http://schemas.microsoft.com/office/powerpoint/2010/main" val="1122601539"/>
              </p:ext>
            </p:extLst>
          </p:nvPr>
        </p:nvGraphicFramePr>
        <p:xfrm>
          <a:off x="6222049" y="4171676"/>
          <a:ext cx="657268" cy="557362"/>
        </p:xfrm>
        <a:graphic>
          <a:graphicData uri="http://schemas.openxmlformats.org/presentationml/2006/ole">
            <mc:AlternateContent xmlns:mc="http://schemas.openxmlformats.org/markup-compatibility/2006">
              <mc:Choice xmlns:v="urn:schemas-microsoft-com:vml" Requires="v">
                <p:oleObj spid="_x0000_s5901" name="Visio" r:id="rId4" imgW="991544" imgH="841983" progId="Visio.Drawing.11">
                  <p:embed/>
                </p:oleObj>
              </mc:Choice>
              <mc:Fallback>
                <p:oleObj name="Visio" r:id="rId4" imgW="991544" imgH="841983" progId="Visio.Drawing.11">
                  <p:embed/>
                  <p:pic>
                    <p:nvPicPr>
                      <p:cNvPr id="0" name=""/>
                      <p:cNvPicPr>
                        <a:picLocks noChangeAspect="1" noChangeArrowheads="1"/>
                      </p:cNvPicPr>
                      <p:nvPr/>
                    </p:nvPicPr>
                    <p:blipFill>
                      <a:blip r:embed="rId5"/>
                      <a:srcRect/>
                      <a:stretch>
                        <a:fillRect/>
                      </a:stretch>
                    </p:blipFill>
                    <p:spPr bwMode="auto">
                      <a:xfrm>
                        <a:off x="6222049" y="4171676"/>
                        <a:ext cx="657268" cy="557362"/>
                      </a:xfrm>
                      <a:prstGeom prst="rect">
                        <a:avLst/>
                      </a:prstGeom>
                      <a:noFill/>
                      <a:ln>
                        <a:noFill/>
                      </a:ln>
                      <a:effectLst/>
                    </p:spPr>
                  </p:pic>
                </p:oleObj>
              </mc:Fallback>
            </mc:AlternateContent>
          </a:graphicData>
        </a:graphic>
      </p:graphicFrame>
      <p:graphicFrame>
        <p:nvGraphicFramePr>
          <p:cNvPr id="53" name="Object 52"/>
          <p:cNvGraphicFramePr>
            <a:graphicFrameLocks noChangeAspect="1"/>
          </p:cNvGraphicFramePr>
          <p:nvPr>
            <p:extLst>
              <p:ext uri="{D42A27DB-BD31-4B8C-83A1-F6EECF244321}">
                <p14:modId xmlns:p14="http://schemas.microsoft.com/office/powerpoint/2010/main" val="2387730389"/>
              </p:ext>
            </p:extLst>
          </p:nvPr>
        </p:nvGraphicFramePr>
        <p:xfrm>
          <a:off x="2338017" y="4073895"/>
          <a:ext cx="780497" cy="718007"/>
        </p:xfrm>
        <a:graphic>
          <a:graphicData uri="http://schemas.openxmlformats.org/presentationml/2006/ole">
            <mc:AlternateContent xmlns:mc="http://schemas.openxmlformats.org/markup-compatibility/2006">
              <mc:Choice xmlns:v="urn:schemas-microsoft-com:vml" Requires="v">
                <p:oleObj spid="_x0000_s5902" name="Visio" r:id="rId6" imgW="971314" imgH="893864" progId="Visio.Drawing.11">
                  <p:embed/>
                </p:oleObj>
              </mc:Choice>
              <mc:Fallback>
                <p:oleObj name="Visio" r:id="rId6" imgW="971314" imgH="893864"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8017" y="4073895"/>
                        <a:ext cx="780497" cy="718007"/>
                      </a:xfrm>
                      <a:prstGeom prst="rect">
                        <a:avLst/>
                      </a:prstGeom>
                      <a:noFill/>
                      <a:ln>
                        <a:noFill/>
                      </a:ln>
                      <a:effec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687219315"/>
              </p:ext>
            </p:extLst>
          </p:nvPr>
        </p:nvGraphicFramePr>
        <p:xfrm>
          <a:off x="4422333" y="3602988"/>
          <a:ext cx="617493" cy="383234"/>
        </p:xfrm>
        <a:graphic>
          <a:graphicData uri="http://schemas.openxmlformats.org/presentationml/2006/ole">
            <mc:AlternateContent xmlns:mc="http://schemas.openxmlformats.org/markup-compatibility/2006">
              <mc:Choice xmlns:v="urn:schemas-microsoft-com:vml" Requires="v">
                <p:oleObj spid="_x0000_s5903" name="Visio" r:id="rId8" imgW="907657" imgH="564204" progId="Visio.Drawing.11">
                  <p:embed/>
                </p:oleObj>
              </mc:Choice>
              <mc:Fallback>
                <p:oleObj name="Visio" r:id="rId8" imgW="907657" imgH="564204" progId="Visio.Drawing.11">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333" y="3602988"/>
                        <a:ext cx="617493" cy="383234"/>
                      </a:xfrm>
                      <a:prstGeom prst="rect">
                        <a:avLst/>
                      </a:prstGeom>
                      <a:noFill/>
                      <a:ln>
                        <a:noFill/>
                      </a:ln>
                      <a:effectLst/>
                    </p:spPr>
                  </p:pic>
                </p:oleObj>
              </mc:Fallback>
            </mc:AlternateContent>
          </a:graphicData>
        </a:graphic>
      </p:graphicFrame>
      <p:sp>
        <p:nvSpPr>
          <p:cNvPr id="14" name="TextBox 13"/>
          <p:cNvSpPr txBox="1"/>
          <p:nvPr/>
        </p:nvSpPr>
        <p:spPr>
          <a:xfrm>
            <a:off x="2997412" y="4345275"/>
            <a:ext cx="694421" cy="307777"/>
          </a:xfrm>
          <a:prstGeom prst="rect">
            <a:avLst/>
          </a:prstGeom>
          <a:noFill/>
        </p:spPr>
        <p:txBody>
          <a:bodyPr wrap="none" rtlCol="0">
            <a:spAutoFit/>
          </a:bodyPr>
          <a:lstStyle/>
          <a:p>
            <a:r>
              <a:rPr lang="en-US" sz="1400" b="1" dirty="0" smtClean="0"/>
              <a:t>1.1.1.2</a:t>
            </a:r>
            <a:endParaRPr lang="en-US" sz="1400" b="1" dirty="0"/>
          </a:p>
        </p:txBody>
      </p:sp>
      <p:sp>
        <p:nvSpPr>
          <p:cNvPr id="30" name="TextBox 29"/>
          <p:cNvSpPr txBox="1"/>
          <p:nvPr/>
        </p:nvSpPr>
        <p:spPr>
          <a:xfrm>
            <a:off x="5611677" y="4292858"/>
            <a:ext cx="694421" cy="307777"/>
          </a:xfrm>
          <a:prstGeom prst="rect">
            <a:avLst/>
          </a:prstGeom>
          <a:noFill/>
        </p:spPr>
        <p:txBody>
          <a:bodyPr wrap="none" rtlCol="0">
            <a:spAutoFit/>
          </a:bodyPr>
          <a:lstStyle/>
          <a:p>
            <a:r>
              <a:rPr lang="en-US" sz="1400" b="1" dirty="0" smtClean="0"/>
              <a:t>2.2.2.2</a:t>
            </a:r>
            <a:endParaRPr lang="en-US" sz="1400" b="1" dirty="0"/>
          </a:p>
        </p:txBody>
      </p:sp>
      <p:sp>
        <p:nvSpPr>
          <p:cNvPr id="31" name="TextBox 30"/>
          <p:cNvSpPr txBox="1"/>
          <p:nvPr/>
        </p:nvSpPr>
        <p:spPr>
          <a:xfrm>
            <a:off x="4989343" y="3678445"/>
            <a:ext cx="694421" cy="307777"/>
          </a:xfrm>
          <a:prstGeom prst="rect">
            <a:avLst/>
          </a:prstGeom>
          <a:noFill/>
        </p:spPr>
        <p:txBody>
          <a:bodyPr wrap="none" rtlCol="0">
            <a:spAutoFit/>
          </a:bodyPr>
          <a:lstStyle/>
          <a:p>
            <a:r>
              <a:rPr lang="en-US" sz="1400" b="1" dirty="0" smtClean="0"/>
              <a:t>2.2.2.1</a:t>
            </a:r>
            <a:endParaRPr lang="en-US" sz="1400" b="1" dirty="0"/>
          </a:p>
        </p:txBody>
      </p:sp>
      <p:sp>
        <p:nvSpPr>
          <p:cNvPr id="32" name="TextBox 31"/>
          <p:cNvSpPr txBox="1"/>
          <p:nvPr/>
        </p:nvSpPr>
        <p:spPr>
          <a:xfrm>
            <a:off x="3790695" y="3678041"/>
            <a:ext cx="694421" cy="307777"/>
          </a:xfrm>
          <a:prstGeom prst="rect">
            <a:avLst/>
          </a:prstGeom>
          <a:noFill/>
        </p:spPr>
        <p:txBody>
          <a:bodyPr wrap="none" rtlCol="0">
            <a:spAutoFit/>
          </a:bodyPr>
          <a:lstStyle/>
          <a:p>
            <a:r>
              <a:rPr lang="en-US" sz="1400" b="1" dirty="0" smtClean="0"/>
              <a:t>1.1.1.1</a:t>
            </a:r>
            <a:endParaRPr lang="en-US" sz="1400" b="1" dirty="0"/>
          </a:p>
        </p:txBody>
      </p:sp>
      <p:pic>
        <p:nvPicPr>
          <p:cNvPr id="33" name="Picture 15" descr="screen"/>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1031913" y="4117851"/>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15" descr="screen"/>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7413553" y="4039682"/>
            <a:ext cx="690563"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954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smtClean="0"/>
              <a:t>© 2014 AT&amp;T Intellectual Property. All rights reserved. AT&amp;T and the AT&amp;T logo are trademarks of AT&amp;T Intellectual Property.</a:t>
            </a:r>
          </a:p>
          <a:p>
            <a:r>
              <a:rPr lang="en-US" smtClean="0"/>
              <a:t>AT&amp;T Proprietary (Internal Use Only) Not for use or disclosure outside the AT&amp;T companies except under written agreement.</a:t>
            </a:r>
            <a:endParaRPr lang="en-US" dirty="0"/>
          </a:p>
        </p:txBody>
      </p:sp>
      <p:sp>
        <p:nvSpPr>
          <p:cNvPr id="5" name="Title 3"/>
          <p:cNvSpPr txBox="1">
            <a:spLocks/>
          </p:cNvSpPr>
          <p:nvPr/>
        </p:nvSpPr>
        <p:spPr bwMode="auto">
          <a:xfrm>
            <a:off x="287116" y="566297"/>
            <a:ext cx="8010525" cy="682822"/>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normAutofit/>
          </a:bodyPr>
          <a:lstStyle>
            <a:lvl1pPr algn="l" rtl="0" eaLnBrk="1" fontAlgn="base" hangingPunct="1">
              <a:lnSpc>
                <a:spcPct val="110000"/>
              </a:lnSpc>
              <a:spcBef>
                <a:spcPct val="0"/>
              </a:spcBef>
              <a:spcAft>
                <a:spcPts val="800"/>
              </a:spcAft>
              <a:defRPr sz="2800" b="0" kern="1200">
                <a:solidFill>
                  <a:schemeClr val="accent1"/>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dirty="0" smtClean="0"/>
              <a:t>LAB </a:t>
            </a:r>
            <a:r>
              <a:rPr lang="en-US" dirty="0" err="1" smtClean="0"/>
              <a:t>config</a:t>
            </a:r>
            <a:r>
              <a:rPr lang="en-US" dirty="0" smtClean="0"/>
              <a:t>: Cisco ASA v8.4</a:t>
            </a:r>
            <a:endParaRPr lang="en-US" dirty="0"/>
          </a:p>
        </p:txBody>
      </p:sp>
      <p:sp>
        <p:nvSpPr>
          <p:cNvPr id="6" name="Text Placeholder 4"/>
          <p:cNvSpPr txBox="1">
            <a:spLocks/>
          </p:cNvSpPr>
          <p:nvPr/>
        </p:nvSpPr>
        <p:spPr bwMode="auto">
          <a:xfrm>
            <a:off x="663575" y="1642023"/>
            <a:ext cx="2828925"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!PHASE 1</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tunnel-group 2.2.2.2 type ipsec-l2l</a:t>
            </a:r>
          </a:p>
          <a:p>
            <a:pPr>
              <a:buClr>
                <a:schemeClr val="accent5"/>
              </a:buClr>
              <a:buSzPct val="120000"/>
            </a:pPr>
            <a:r>
              <a:rPr lang="en-US" sz="1400" spc="-30" dirty="0">
                <a:solidFill>
                  <a:srgbClr val="666666"/>
                </a:solidFill>
                <a:cs typeface="Calibri"/>
              </a:rPr>
              <a:t>tunnel-group 2.2.2.2 </a:t>
            </a:r>
            <a:r>
              <a:rPr lang="en-US" sz="1400" spc="-30" dirty="0" err="1">
                <a:solidFill>
                  <a:srgbClr val="666666"/>
                </a:solidFill>
                <a:cs typeface="Calibri"/>
              </a:rPr>
              <a:t>ipsec</a:t>
            </a:r>
            <a:r>
              <a:rPr lang="en-US" sz="1400" spc="-30" dirty="0">
                <a:solidFill>
                  <a:srgbClr val="666666"/>
                </a:solidFill>
                <a:cs typeface="Calibri"/>
              </a:rPr>
              <a:t>-attributes</a:t>
            </a:r>
          </a:p>
          <a:p>
            <a:pPr>
              <a:buClr>
                <a:schemeClr val="accent5"/>
              </a:buClr>
              <a:buSzPct val="120000"/>
            </a:pPr>
            <a:r>
              <a:rPr lang="en-US" sz="1400" spc="-30" dirty="0">
                <a:solidFill>
                  <a:srgbClr val="666666"/>
                </a:solidFill>
                <a:cs typeface="Calibri"/>
              </a:rPr>
              <a:t> pre-shared-key 1234567890</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ikev1 policy 10</a:t>
            </a:r>
          </a:p>
          <a:p>
            <a:pPr>
              <a:buClr>
                <a:schemeClr val="accent5"/>
              </a:buClr>
              <a:buSzPct val="120000"/>
            </a:pPr>
            <a:r>
              <a:rPr lang="en-US" sz="1400" spc="-30" dirty="0">
                <a:solidFill>
                  <a:srgbClr val="666666"/>
                </a:solidFill>
                <a:cs typeface="Calibri"/>
              </a:rPr>
              <a:t> authentication pre-share</a:t>
            </a:r>
          </a:p>
          <a:p>
            <a:pPr>
              <a:buClr>
                <a:schemeClr val="accent5"/>
              </a:buClr>
              <a:buSzPct val="120000"/>
            </a:pPr>
            <a:r>
              <a:rPr lang="en-US" sz="1400" spc="-30" dirty="0">
                <a:solidFill>
                  <a:srgbClr val="666666"/>
                </a:solidFill>
                <a:cs typeface="Calibri"/>
              </a:rPr>
              <a:t> encryption </a:t>
            </a:r>
            <a:r>
              <a:rPr lang="en-US" sz="1400" spc="-30" dirty="0" err="1">
                <a:solidFill>
                  <a:srgbClr val="666666"/>
                </a:solidFill>
                <a:cs typeface="Calibri"/>
              </a:rPr>
              <a:t>aes</a:t>
            </a:r>
            <a:endParaRPr lang="en-US" sz="1400" spc="-30" dirty="0">
              <a:solidFill>
                <a:srgbClr val="666666"/>
              </a:solidFill>
              <a:cs typeface="Calibri"/>
            </a:endParaRPr>
          </a:p>
          <a:p>
            <a:pPr>
              <a:buClr>
                <a:schemeClr val="accent5"/>
              </a:buClr>
              <a:buSzPct val="120000"/>
            </a:pPr>
            <a:r>
              <a:rPr lang="en-US" sz="1400" spc="-30" dirty="0">
                <a:solidFill>
                  <a:srgbClr val="666666"/>
                </a:solidFill>
                <a:cs typeface="Calibri"/>
              </a:rPr>
              <a:t> hash md5</a:t>
            </a:r>
          </a:p>
          <a:p>
            <a:pPr>
              <a:buClr>
                <a:schemeClr val="accent5"/>
              </a:buClr>
              <a:buSzPct val="120000"/>
            </a:pPr>
            <a:r>
              <a:rPr lang="en-US" sz="1400" spc="-30" dirty="0">
                <a:solidFill>
                  <a:srgbClr val="666666"/>
                </a:solidFill>
                <a:cs typeface="Calibri"/>
              </a:rPr>
              <a:t> group 2</a:t>
            </a:r>
          </a:p>
          <a:p>
            <a:pPr>
              <a:buClr>
                <a:schemeClr val="accent5"/>
              </a:buClr>
              <a:buSzPct val="120000"/>
            </a:pPr>
            <a:r>
              <a:rPr lang="en-US" sz="1400" spc="-30" dirty="0">
                <a:solidFill>
                  <a:srgbClr val="666666"/>
                </a:solidFill>
                <a:cs typeface="Calibri"/>
              </a:rPr>
              <a:t> lifetime 86400</a:t>
            </a:r>
          </a:p>
          <a:p>
            <a:pPr>
              <a:buClr>
                <a:schemeClr val="accent5"/>
              </a:buClr>
              <a:buSzPct val="120000"/>
            </a:pPr>
            <a:r>
              <a:rPr lang="en-US" sz="1400" spc="-30" dirty="0">
                <a:solidFill>
                  <a:srgbClr val="666666"/>
                </a:solidFill>
                <a:cs typeface="Calibri"/>
              </a:rPr>
              <a:t>crypto ikev1 enable </a:t>
            </a:r>
            <a:r>
              <a:rPr lang="en-US" sz="1400" spc="-30" dirty="0" smtClean="0">
                <a:solidFill>
                  <a:srgbClr val="666666"/>
                </a:solidFill>
                <a:cs typeface="Calibri"/>
              </a:rPr>
              <a:t>outside</a:t>
            </a:r>
            <a:endParaRPr lang="en-US" sz="1400" spc="-30" dirty="0">
              <a:solidFill>
                <a:srgbClr val="666666"/>
              </a:solidFill>
              <a:cs typeface="Calibri"/>
            </a:endParaRPr>
          </a:p>
        </p:txBody>
      </p:sp>
      <p:sp>
        <p:nvSpPr>
          <p:cNvPr id="7" name="Rectangle 6"/>
          <p:cNvSpPr/>
          <p:nvPr/>
        </p:nvSpPr>
        <p:spPr>
          <a:xfrm>
            <a:off x="3865419" y="1762585"/>
            <a:ext cx="4572000" cy="4185761"/>
          </a:xfrm>
          <a:prstGeom prst="rect">
            <a:avLst/>
          </a:prstGeom>
        </p:spPr>
        <p:txBody>
          <a:bodyPr>
            <a:spAutoFit/>
          </a:bodyPr>
          <a:lstStyle/>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!PHASE 2</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access-list </a:t>
            </a:r>
            <a:r>
              <a:rPr lang="en-US" sz="1400" spc="-30" dirty="0" err="1">
                <a:solidFill>
                  <a:srgbClr val="666666"/>
                </a:solidFill>
                <a:cs typeface="Calibri"/>
              </a:rPr>
              <a:t>cptomap_vpn_siteb</a:t>
            </a:r>
            <a:r>
              <a:rPr lang="en-US" sz="1400" spc="-30" dirty="0">
                <a:solidFill>
                  <a:srgbClr val="666666"/>
                </a:solidFill>
                <a:cs typeface="Calibri"/>
              </a:rPr>
              <a:t> extended permit </a:t>
            </a:r>
            <a:r>
              <a:rPr lang="en-US" sz="1400" spc="-30" dirty="0" err="1">
                <a:solidFill>
                  <a:srgbClr val="666666"/>
                </a:solidFill>
                <a:cs typeface="Calibri"/>
              </a:rPr>
              <a:t>ip</a:t>
            </a:r>
            <a:r>
              <a:rPr lang="en-US" sz="1400" spc="-30" dirty="0">
                <a:solidFill>
                  <a:srgbClr val="666666"/>
                </a:solidFill>
                <a:cs typeface="Calibri"/>
              </a:rPr>
              <a:t> 10.10.1.0 255.255.255.0 192.168.1.0 255.255.255.0</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ipsec</a:t>
            </a:r>
            <a:r>
              <a:rPr lang="en-US" sz="1400" spc="-30" dirty="0">
                <a:solidFill>
                  <a:srgbClr val="666666"/>
                </a:solidFill>
                <a:cs typeface="Calibri"/>
              </a:rPr>
              <a:t> security-association lifetime seconds 28800</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ipsec</a:t>
            </a:r>
            <a:r>
              <a:rPr lang="en-US" sz="1400" spc="-30" dirty="0">
                <a:solidFill>
                  <a:srgbClr val="666666"/>
                </a:solidFill>
                <a:cs typeface="Calibri"/>
              </a:rPr>
              <a:t> security-association lifetime kilobytes 4608000</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ipsec</a:t>
            </a:r>
            <a:r>
              <a:rPr lang="en-US" sz="1400" spc="-30" dirty="0">
                <a:solidFill>
                  <a:srgbClr val="666666"/>
                </a:solidFill>
                <a:cs typeface="Calibri"/>
              </a:rPr>
              <a:t> ikev1 transform-set ESP-3DES-MD5 esp-3des esp-md5-hmac</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10 match address </a:t>
            </a:r>
            <a:r>
              <a:rPr lang="en-US" sz="1400" spc="-30" dirty="0" err="1">
                <a:solidFill>
                  <a:srgbClr val="666666"/>
                </a:solidFill>
                <a:cs typeface="Calibri"/>
              </a:rPr>
              <a:t>cptomap_vpn_siteb</a:t>
            </a:r>
            <a:endParaRPr lang="en-US" sz="1400" spc="-30" dirty="0">
              <a:solidFill>
                <a:srgbClr val="666666"/>
              </a:solidFill>
              <a:cs typeface="Calibri"/>
            </a:endParaRP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10 set peer 2.2.2.2</a:t>
            </a: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10 set transform-set ESP-3DES-MD5</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interface outside</a:t>
            </a:r>
          </a:p>
          <a:p>
            <a:pPr>
              <a:buClr>
                <a:schemeClr val="accent5"/>
              </a:buClr>
              <a:buSzPct val="120000"/>
            </a:pPr>
            <a:r>
              <a:rPr lang="en-US" sz="1400" spc="-30" dirty="0">
                <a:solidFill>
                  <a:srgbClr val="666666"/>
                </a:solidFill>
                <a:cs typeface="Calibri"/>
              </a:rPr>
              <a:t>!</a:t>
            </a:r>
          </a:p>
        </p:txBody>
      </p:sp>
    </p:spTree>
    <p:extLst>
      <p:ext uri="{BB962C8B-B14F-4D97-AF65-F5344CB8AC3E}">
        <p14:creationId xmlns:p14="http://schemas.microsoft.com/office/powerpoint/2010/main" val="1759673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smtClean="0"/>
              <a:t>© 2014 AT&amp;T Intellectual Property. All rights reserved. AT&amp;T and the AT&amp;T logo are trademarks of AT&amp;T Intellectual Property.</a:t>
            </a:r>
          </a:p>
          <a:p>
            <a:r>
              <a:rPr lang="en-US" smtClean="0"/>
              <a:t>AT&amp;T Proprietary (Internal Use Only) Not for use or disclosure outside the AT&amp;T companies except under written agreement.</a:t>
            </a:r>
            <a:endParaRPr lang="en-US" dirty="0"/>
          </a:p>
        </p:txBody>
      </p:sp>
      <p:sp>
        <p:nvSpPr>
          <p:cNvPr id="5" name="Title 3"/>
          <p:cNvSpPr txBox="1">
            <a:spLocks/>
          </p:cNvSpPr>
          <p:nvPr/>
        </p:nvSpPr>
        <p:spPr bwMode="auto">
          <a:xfrm>
            <a:off x="287116" y="566297"/>
            <a:ext cx="8010525" cy="682822"/>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normAutofit/>
          </a:bodyPr>
          <a:lstStyle>
            <a:lvl1pPr algn="l" rtl="0" eaLnBrk="1" fontAlgn="base" hangingPunct="1">
              <a:lnSpc>
                <a:spcPct val="110000"/>
              </a:lnSpc>
              <a:spcBef>
                <a:spcPct val="0"/>
              </a:spcBef>
              <a:spcAft>
                <a:spcPts val="800"/>
              </a:spcAft>
              <a:defRPr sz="2800" b="0" kern="1200">
                <a:solidFill>
                  <a:schemeClr val="accent1"/>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dirty="0" smtClean="0"/>
              <a:t>LAB </a:t>
            </a:r>
            <a:r>
              <a:rPr lang="en-US" dirty="0" err="1" smtClean="0"/>
              <a:t>config</a:t>
            </a:r>
            <a:r>
              <a:rPr lang="en-US" dirty="0" smtClean="0"/>
              <a:t>: Cisco IOS v15.1</a:t>
            </a:r>
            <a:endParaRPr lang="en-US" dirty="0"/>
          </a:p>
        </p:txBody>
      </p:sp>
      <p:sp>
        <p:nvSpPr>
          <p:cNvPr id="6" name="Text Placeholder 4"/>
          <p:cNvSpPr txBox="1">
            <a:spLocks/>
          </p:cNvSpPr>
          <p:nvPr/>
        </p:nvSpPr>
        <p:spPr bwMode="auto">
          <a:xfrm>
            <a:off x="663575" y="1642023"/>
            <a:ext cx="2828925"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!PHASE 1</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isakmp</a:t>
            </a:r>
            <a:r>
              <a:rPr lang="en-US" sz="1400" spc="-30" dirty="0">
                <a:solidFill>
                  <a:srgbClr val="666666"/>
                </a:solidFill>
                <a:cs typeface="Calibri"/>
              </a:rPr>
              <a:t> policy 10</a:t>
            </a:r>
          </a:p>
          <a:p>
            <a:pPr>
              <a:buClr>
                <a:schemeClr val="accent5"/>
              </a:buClr>
              <a:buSzPct val="120000"/>
            </a:pPr>
            <a:r>
              <a:rPr lang="en-US" sz="1400" spc="-30" dirty="0">
                <a:solidFill>
                  <a:srgbClr val="666666"/>
                </a:solidFill>
                <a:cs typeface="Calibri"/>
              </a:rPr>
              <a:t>encryption </a:t>
            </a:r>
            <a:r>
              <a:rPr lang="en-US" sz="1400" spc="-30" dirty="0" err="1">
                <a:solidFill>
                  <a:srgbClr val="666666"/>
                </a:solidFill>
                <a:cs typeface="Calibri"/>
              </a:rPr>
              <a:t>aes</a:t>
            </a:r>
            <a:r>
              <a:rPr lang="en-US" sz="1400" spc="-30" dirty="0">
                <a:solidFill>
                  <a:srgbClr val="666666"/>
                </a:solidFill>
                <a:cs typeface="Calibri"/>
              </a:rPr>
              <a:t> 128</a:t>
            </a:r>
          </a:p>
          <a:p>
            <a:pPr>
              <a:buClr>
                <a:schemeClr val="accent5"/>
              </a:buClr>
              <a:buSzPct val="120000"/>
            </a:pPr>
            <a:r>
              <a:rPr lang="en-US" sz="1400" spc="-30" dirty="0">
                <a:solidFill>
                  <a:srgbClr val="666666"/>
                </a:solidFill>
                <a:cs typeface="Calibri"/>
              </a:rPr>
              <a:t>hash md5</a:t>
            </a:r>
          </a:p>
          <a:p>
            <a:pPr>
              <a:buClr>
                <a:schemeClr val="accent5"/>
              </a:buClr>
              <a:buSzPct val="120000"/>
            </a:pPr>
            <a:r>
              <a:rPr lang="en-US" sz="1400" spc="-30" dirty="0">
                <a:solidFill>
                  <a:srgbClr val="666666"/>
                </a:solidFill>
                <a:cs typeface="Calibri"/>
              </a:rPr>
              <a:t>group 2</a:t>
            </a:r>
          </a:p>
          <a:p>
            <a:pPr>
              <a:buClr>
                <a:schemeClr val="accent5"/>
              </a:buClr>
              <a:buSzPct val="120000"/>
            </a:pPr>
            <a:r>
              <a:rPr lang="en-US" sz="1400" spc="-30" dirty="0">
                <a:solidFill>
                  <a:srgbClr val="666666"/>
                </a:solidFill>
                <a:cs typeface="Calibri"/>
              </a:rPr>
              <a:t>authentication pre-share</a:t>
            </a:r>
          </a:p>
          <a:p>
            <a:pPr>
              <a:buClr>
                <a:schemeClr val="accent5"/>
              </a:buClr>
              <a:buSzPct val="120000"/>
            </a:pPr>
            <a:r>
              <a:rPr lang="en-US" sz="1400" spc="-30" dirty="0">
                <a:solidFill>
                  <a:srgbClr val="666666"/>
                </a:solidFill>
                <a:cs typeface="Calibri"/>
              </a:rPr>
              <a:t>lifetime 86400</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isakmp</a:t>
            </a:r>
            <a:r>
              <a:rPr lang="en-US" sz="1400" spc="-30" dirty="0">
                <a:solidFill>
                  <a:srgbClr val="666666"/>
                </a:solidFill>
                <a:cs typeface="Calibri"/>
              </a:rPr>
              <a:t> key 1234567890 address 1.1.1.2</a:t>
            </a:r>
          </a:p>
          <a:p>
            <a:pPr>
              <a:buClr>
                <a:schemeClr val="accent5"/>
              </a:buClr>
              <a:buSzPct val="120000"/>
            </a:pPr>
            <a:r>
              <a:rPr lang="en-US" sz="1400" spc="-30" dirty="0">
                <a:solidFill>
                  <a:srgbClr val="666666"/>
                </a:solidFill>
                <a:cs typeface="Calibri"/>
              </a:rPr>
              <a:t>!</a:t>
            </a:r>
          </a:p>
        </p:txBody>
      </p:sp>
      <p:sp>
        <p:nvSpPr>
          <p:cNvPr id="7" name="Rectangle 6"/>
          <p:cNvSpPr/>
          <p:nvPr/>
        </p:nvSpPr>
        <p:spPr>
          <a:xfrm>
            <a:off x="3865419" y="1762585"/>
            <a:ext cx="4572000" cy="4185761"/>
          </a:xfrm>
          <a:prstGeom prst="rect">
            <a:avLst/>
          </a:prstGeom>
        </p:spPr>
        <p:txBody>
          <a:bodyPr>
            <a:spAutoFit/>
          </a:bodyPr>
          <a:lstStyle/>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!PHASE 2</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err="1">
                <a:solidFill>
                  <a:srgbClr val="666666"/>
                </a:solidFill>
                <a:cs typeface="Calibri"/>
              </a:rPr>
              <a:t>ip</a:t>
            </a:r>
            <a:r>
              <a:rPr lang="en-US" sz="1400" spc="-30" dirty="0">
                <a:solidFill>
                  <a:srgbClr val="666666"/>
                </a:solidFill>
                <a:cs typeface="Calibri"/>
              </a:rPr>
              <a:t> access-list extended </a:t>
            </a:r>
            <a:r>
              <a:rPr lang="en-US" sz="1400" spc="-30" dirty="0" err="1">
                <a:solidFill>
                  <a:srgbClr val="666666"/>
                </a:solidFill>
                <a:cs typeface="Calibri"/>
              </a:rPr>
              <a:t>cptomap_vpn_sitea</a:t>
            </a:r>
            <a:r>
              <a:rPr lang="en-US" sz="1400" spc="-30" dirty="0">
                <a:solidFill>
                  <a:srgbClr val="666666"/>
                </a:solidFill>
                <a:cs typeface="Calibri"/>
              </a:rPr>
              <a:t>   </a:t>
            </a:r>
          </a:p>
          <a:p>
            <a:pPr>
              <a:buClr>
                <a:schemeClr val="accent5"/>
              </a:buClr>
              <a:buSzPct val="120000"/>
            </a:pPr>
            <a:r>
              <a:rPr lang="en-US" sz="1400" spc="-30" dirty="0">
                <a:solidFill>
                  <a:srgbClr val="666666"/>
                </a:solidFill>
                <a:cs typeface="Calibri"/>
              </a:rPr>
              <a:t>permit </a:t>
            </a:r>
            <a:r>
              <a:rPr lang="en-US" sz="1400" spc="-30" dirty="0" err="1">
                <a:solidFill>
                  <a:srgbClr val="666666"/>
                </a:solidFill>
                <a:cs typeface="Calibri"/>
              </a:rPr>
              <a:t>ip</a:t>
            </a:r>
            <a:r>
              <a:rPr lang="en-US" sz="1400" spc="-30" dirty="0">
                <a:solidFill>
                  <a:srgbClr val="666666"/>
                </a:solidFill>
                <a:cs typeface="Calibri"/>
              </a:rPr>
              <a:t> 192.168.1.0 0.0.0.255 10.10.1.0 0.0.0.255</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a:t>
            </a:r>
            <a:r>
              <a:rPr lang="en-US" sz="1400" spc="-30" dirty="0" err="1">
                <a:solidFill>
                  <a:srgbClr val="666666"/>
                </a:solidFill>
                <a:cs typeface="Calibri"/>
              </a:rPr>
              <a:t>ipsec</a:t>
            </a:r>
            <a:r>
              <a:rPr lang="en-US" sz="1400" spc="-30" dirty="0">
                <a:solidFill>
                  <a:srgbClr val="666666"/>
                </a:solidFill>
                <a:cs typeface="Calibri"/>
              </a:rPr>
              <a:t> transform-set ESP-3DES-MD5 esp-3des esp-md5-hmac</a:t>
            </a:r>
          </a:p>
          <a:p>
            <a:pPr>
              <a:buClr>
                <a:schemeClr val="accent5"/>
              </a:buClr>
              <a:buSzPct val="120000"/>
            </a:pPr>
            <a:r>
              <a:rPr lang="en-US" sz="1400" spc="-30" dirty="0">
                <a:solidFill>
                  <a:srgbClr val="666666"/>
                </a:solidFill>
                <a:cs typeface="Calibri"/>
              </a:rPr>
              <a:t> mode tunnel</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local-address </a:t>
            </a:r>
            <a:r>
              <a:rPr lang="en-US" sz="1400" spc="-30" dirty="0" err="1">
                <a:solidFill>
                  <a:srgbClr val="666666"/>
                </a:solidFill>
                <a:cs typeface="Calibri"/>
              </a:rPr>
              <a:t>fastethernet</a:t>
            </a:r>
            <a:r>
              <a:rPr lang="en-US" sz="1400" spc="-30" dirty="0">
                <a:solidFill>
                  <a:srgbClr val="666666"/>
                </a:solidFill>
                <a:cs typeface="Calibri"/>
              </a:rPr>
              <a:t> 0/0</a:t>
            </a:r>
          </a:p>
          <a:p>
            <a:pPr>
              <a:buClr>
                <a:schemeClr val="accent5"/>
              </a:buClr>
              <a:buSzPct val="120000"/>
            </a:pPr>
            <a:r>
              <a:rPr lang="en-US" sz="1400" spc="-30" dirty="0">
                <a:solidFill>
                  <a:srgbClr val="666666"/>
                </a:solidFill>
                <a:cs typeface="Calibri"/>
              </a:rPr>
              <a:t>crypto map </a:t>
            </a:r>
            <a:r>
              <a:rPr lang="en-US" sz="1400" spc="-30" dirty="0" err="1">
                <a:solidFill>
                  <a:srgbClr val="666666"/>
                </a:solidFill>
                <a:cs typeface="Calibri"/>
              </a:rPr>
              <a:t>cptomap_outside</a:t>
            </a:r>
            <a:r>
              <a:rPr lang="en-US" sz="1400" spc="-30" dirty="0">
                <a:solidFill>
                  <a:srgbClr val="666666"/>
                </a:solidFill>
                <a:cs typeface="Calibri"/>
              </a:rPr>
              <a:t> 10 </a:t>
            </a:r>
            <a:r>
              <a:rPr lang="en-US" sz="1400" spc="-30" dirty="0" err="1">
                <a:solidFill>
                  <a:srgbClr val="666666"/>
                </a:solidFill>
                <a:cs typeface="Calibri"/>
              </a:rPr>
              <a:t>ipsec-isakmp</a:t>
            </a:r>
            <a:endParaRPr lang="en-US" sz="1400" spc="-30" dirty="0">
              <a:solidFill>
                <a:srgbClr val="666666"/>
              </a:solidFill>
              <a:cs typeface="Calibri"/>
            </a:endParaRPr>
          </a:p>
          <a:p>
            <a:pPr>
              <a:buClr>
                <a:schemeClr val="accent5"/>
              </a:buClr>
              <a:buSzPct val="120000"/>
            </a:pPr>
            <a:r>
              <a:rPr lang="en-US" sz="1400" spc="-30" dirty="0">
                <a:solidFill>
                  <a:srgbClr val="666666"/>
                </a:solidFill>
                <a:cs typeface="Calibri"/>
              </a:rPr>
              <a:t> match address </a:t>
            </a:r>
            <a:r>
              <a:rPr lang="en-US" sz="1400" spc="-30" dirty="0" err="1">
                <a:solidFill>
                  <a:srgbClr val="666666"/>
                </a:solidFill>
                <a:cs typeface="Calibri"/>
              </a:rPr>
              <a:t>cptomap_vpn_sitea</a:t>
            </a:r>
            <a:r>
              <a:rPr lang="en-US" sz="1400" spc="-30" dirty="0">
                <a:solidFill>
                  <a:srgbClr val="666666"/>
                </a:solidFill>
                <a:cs typeface="Calibri"/>
              </a:rPr>
              <a:t>  </a:t>
            </a:r>
          </a:p>
          <a:p>
            <a:pPr>
              <a:buClr>
                <a:schemeClr val="accent5"/>
              </a:buClr>
              <a:buSzPct val="120000"/>
            </a:pPr>
            <a:r>
              <a:rPr lang="en-US" sz="1400" spc="-30" dirty="0">
                <a:solidFill>
                  <a:srgbClr val="666666"/>
                </a:solidFill>
                <a:cs typeface="Calibri"/>
              </a:rPr>
              <a:t> set peer 1.1.1.2</a:t>
            </a:r>
          </a:p>
          <a:p>
            <a:pPr>
              <a:buClr>
                <a:schemeClr val="accent5"/>
              </a:buClr>
              <a:buSzPct val="120000"/>
            </a:pPr>
            <a:r>
              <a:rPr lang="en-US" sz="1400" spc="-30" dirty="0">
                <a:solidFill>
                  <a:srgbClr val="666666"/>
                </a:solidFill>
                <a:cs typeface="Calibri"/>
              </a:rPr>
              <a:t> set transform-set ESP-3DES-MD5</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interface </a:t>
            </a:r>
            <a:r>
              <a:rPr lang="en-US" sz="1400" spc="-30" dirty="0" err="1">
                <a:solidFill>
                  <a:srgbClr val="666666"/>
                </a:solidFill>
                <a:cs typeface="Calibri"/>
              </a:rPr>
              <a:t>fastethernet</a:t>
            </a:r>
            <a:r>
              <a:rPr lang="en-US" sz="1400" spc="-30" dirty="0">
                <a:solidFill>
                  <a:srgbClr val="666666"/>
                </a:solidFill>
                <a:cs typeface="Calibri"/>
              </a:rPr>
              <a:t> 0/0</a:t>
            </a:r>
          </a:p>
          <a:p>
            <a:pPr>
              <a:buClr>
                <a:schemeClr val="accent5"/>
              </a:buClr>
              <a:buSzPct val="120000"/>
            </a:pPr>
            <a:r>
              <a:rPr lang="en-US" sz="1400" spc="-30" dirty="0">
                <a:solidFill>
                  <a:srgbClr val="666666"/>
                </a:solidFill>
                <a:cs typeface="Calibri"/>
              </a:rPr>
              <a:t> crypto map </a:t>
            </a:r>
            <a:r>
              <a:rPr lang="en-US" sz="1400" spc="-30" dirty="0" err="1">
                <a:solidFill>
                  <a:srgbClr val="666666"/>
                </a:solidFill>
                <a:cs typeface="Calibri"/>
              </a:rPr>
              <a:t>cptomap_outside</a:t>
            </a:r>
            <a:endParaRPr lang="en-US" sz="1400" spc="-30" dirty="0">
              <a:solidFill>
                <a:srgbClr val="666666"/>
              </a:solidFill>
              <a:cs typeface="Calibri"/>
            </a:endParaRPr>
          </a:p>
          <a:p>
            <a:pPr>
              <a:buClr>
                <a:schemeClr val="accent5"/>
              </a:buClr>
              <a:buSzPct val="120000"/>
            </a:pPr>
            <a:r>
              <a:rPr lang="en-US" sz="1400" spc="-30" dirty="0">
                <a:solidFill>
                  <a:srgbClr val="666666"/>
                </a:solidFill>
                <a:cs typeface="Calibri"/>
              </a:rPr>
              <a:t>!</a:t>
            </a:r>
          </a:p>
        </p:txBody>
      </p:sp>
    </p:spTree>
    <p:extLst>
      <p:ext uri="{BB962C8B-B14F-4D97-AF65-F5344CB8AC3E}">
        <p14:creationId xmlns:p14="http://schemas.microsoft.com/office/powerpoint/2010/main" val="1948846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smtClean="0"/>
              <a:t>© 2014 AT&amp;T Intellectual Property. All rights reserved. AT&amp;T and the AT&amp;T logo are trademarks of AT&amp;T Intellectual Property.</a:t>
            </a:r>
          </a:p>
          <a:p>
            <a:r>
              <a:rPr lang="en-US" smtClean="0"/>
              <a:t>AT&amp;T Proprietary (Internal Use Only) Not for use or disclosure outside the AT&amp;T companies except under written agreement.</a:t>
            </a:r>
            <a:endParaRPr lang="en-US" dirty="0"/>
          </a:p>
        </p:txBody>
      </p:sp>
      <p:sp>
        <p:nvSpPr>
          <p:cNvPr id="5" name="Title 3"/>
          <p:cNvSpPr txBox="1">
            <a:spLocks/>
          </p:cNvSpPr>
          <p:nvPr/>
        </p:nvSpPr>
        <p:spPr bwMode="auto">
          <a:xfrm>
            <a:off x="287116" y="566297"/>
            <a:ext cx="8010525" cy="682822"/>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normAutofit/>
          </a:bodyPr>
          <a:lstStyle>
            <a:lvl1pPr algn="l" rtl="0" eaLnBrk="1" fontAlgn="base" hangingPunct="1">
              <a:lnSpc>
                <a:spcPct val="110000"/>
              </a:lnSpc>
              <a:spcBef>
                <a:spcPct val="0"/>
              </a:spcBef>
              <a:spcAft>
                <a:spcPts val="800"/>
              </a:spcAft>
              <a:defRPr sz="2800" b="0" kern="1200">
                <a:solidFill>
                  <a:schemeClr val="accent1"/>
                </a:solidFill>
                <a:latin typeface="+mj-lt"/>
                <a:ea typeface="ＭＳ Ｐゴシック" charset="0"/>
                <a:cs typeface="ＭＳ Ｐゴシック" charset="0"/>
              </a:defRPr>
            </a:lvl1pPr>
            <a:lvl2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2pPr>
            <a:lvl3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3pPr>
            <a:lvl4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4pPr>
            <a:lvl5pPr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5pPr>
            <a:lvl6pPr marL="4572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6pPr>
            <a:lvl7pPr marL="9144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7pPr>
            <a:lvl8pPr marL="13716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8pPr>
            <a:lvl9pPr marL="1828800" algn="l" rtl="0" eaLnBrk="1" fontAlgn="base" hangingPunct="1">
              <a:spcBef>
                <a:spcPct val="0"/>
              </a:spcBef>
              <a:spcAft>
                <a:spcPct val="0"/>
              </a:spcAft>
              <a:defRPr sz="2800">
                <a:solidFill>
                  <a:schemeClr val="accent1"/>
                </a:solidFill>
                <a:latin typeface="Calibri" charset="0"/>
                <a:ea typeface="ＭＳ Ｐゴシック" charset="0"/>
                <a:cs typeface="ＭＳ Ｐゴシック" charset="0"/>
              </a:defRPr>
            </a:lvl9pPr>
          </a:lstStyle>
          <a:p>
            <a:r>
              <a:rPr lang="en-US" dirty="0" smtClean="0"/>
              <a:t>LAB </a:t>
            </a:r>
            <a:r>
              <a:rPr lang="en-US" dirty="0" err="1" smtClean="0"/>
              <a:t>config</a:t>
            </a:r>
            <a:r>
              <a:rPr lang="en-US" dirty="0" smtClean="0"/>
              <a:t>: Verification commands</a:t>
            </a:r>
            <a:endParaRPr lang="en-US" dirty="0"/>
          </a:p>
        </p:txBody>
      </p:sp>
      <p:sp>
        <p:nvSpPr>
          <p:cNvPr id="6" name="Text Placeholder 4"/>
          <p:cNvSpPr txBox="1">
            <a:spLocks/>
          </p:cNvSpPr>
          <p:nvPr/>
        </p:nvSpPr>
        <p:spPr bwMode="auto">
          <a:xfrm>
            <a:off x="663575" y="1642023"/>
            <a:ext cx="2828925"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chemeClr val="accent5"/>
              </a:buClr>
              <a:buSzPct val="120000"/>
            </a:pPr>
            <a:r>
              <a:rPr lang="en-US" sz="1400" spc="-30" dirty="0" smtClean="0">
                <a:solidFill>
                  <a:srgbClr val="666666"/>
                </a:solidFill>
                <a:cs typeface="Calibri"/>
              </a:rPr>
              <a:t>!</a:t>
            </a:r>
          </a:p>
          <a:p>
            <a:pPr>
              <a:buClr>
                <a:schemeClr val="accent5"/>
              </a:buClr>
              <a:buSzPct val="120000"/>
            </a:pPr>
            <a:r>
              <a:rPr lang="en-US" sz="1400" spc="-30" dirty="0" smtClean="0">
                <a:solidFill>
                  <a:srgbClr val="666666"/>
                </a:solidFill>
                <a:cs typeface="Calibri"/>
              </a:rPr>
              <a:t>! PHASE 1</a:t>
            </a:r>
          </a:p>
          <a:p>
            <a:pPr>
              <a:buClr>
                <a:schemeClr val="accent5"/>
              </a:buClr>
              <a:buSzPct val="120000"/>
            </a:pPr>
            <a:r>
              <a:rPr lang="en-US" sz="1400" spc="-30" dirty="0">
                <a:solidFill>
                  <a:srgbClr val="666666"/>
                </a:solidFill>
                <a:cs typeface="Calibri"/>
              </a:rPr>
              <a:t>!</a:t>
            </a:r>
            <a:endParaRPr lang="en-US" sz="1400" spc="-30" dirty="0" smtClean="0">
              <a:solidFill>
                <a:srgbClr val="666666"/>
              </a:solidFill>
              <a:cs typeface="Calibri"/>
            </a:endParaRPr>
          </a:p>
          <a:p>
            <a:pPr>
              <a:buClr>
                <a:schemeClr val="accent5"/>
              </a:buClr>
              <a:buSzPct val="120000"/>
            </a:pPr>
            <a:r>
              <a:rPr lang="en-US" sz="1400" spc="-30" dirty="0" smtClean="0">
                <a:solidFill>
                  <a:srgbClr val="666666"/>
                </a:solidFill>
                <a:cs typeface="Calibri"/>
              </a:rPr>
              <a:t>Show crypto </a:t>
            </a:r>
            <a:r>
              <a:rPr lang="en-US" sz="1400" spc="-30" dirty="0">
                <a:solidFill>
                  <a:srgbClr val="666666"/>
                </a:solidFill>
                <a:cs typeface="Calibri"/>
              </a:rPr>
              <a:t> </a:t>
            </a:r>
            <a:r>
              <a:rPr lang="en-US" sz="1400" spc="-30" dirty="0" smtClean="0">
                <a:solidFill>
                  <a:srgbClr val="666666"/>
                </a:solidFill>
                <a:cs typeface="Calibri"/>
              </a:rPr>
              <a:t>ikev1 </a:t>
            </a:r>
            <a:r>
              <a:rPr lang="en-US" sz="1400" spc="-30" dirty="0" err="1" smtClean="0">
                <a:solidFill>
                  <a:srgbClr val="666666"/>
                </a:solidFill>
                <a:cs typeface="Calibri"/>
              </a:rPr>
              <a:t>sa</a:t>
            </a:r>
            <a:endParaRPr lang="en-US" sz="1400" spc="-30" dirty="0" smtClean="0">
              <a:solidFill>
                <a:srgbClr val="666666"/>
              </a:solidFill>
              <a:cs typeface="Calibri"/>
            </a:endParaRPr>
          </a:p>
          <a:p>
            <a:pPr>
              <a:buClr>
                <a:schemeClr val="accent5"/>
              </a:buClr>
              <a:buSzPct val="120000"/>
            </a:pPr>
            <a:r>
              <a:rPr lang="en-US" sz="1400" spc="-30" dirty="0" smtClean="0">
                <a:solidFill>
                  <a:srgbClr val="666666"/>
                </a:solidFill>
                <a:cs typeface="Calibri"/>
              </a:rPr>
              <a:t>Show crypto ikev1 </a:t>
            </a:r>
            <a:r>
              <a:rPr lang="en-US" sz="1400" spc="-30" dirty="0" err="1" smtClean="0">
                <a:solidFill>
                  <a:srgbClr val="666666"/>
                </a:solidFill>
                <a:cs typeface="Calibri"/>
              </a:rPr>
              <a:t>sa</a:t>
            </a:r>
            <a:r>
              <a:rPr lang="en-US" sz="1400" spc="-30" dirty="0" smtClean="0">
                <a:solidFill>
                  <a:srgbClr val="666666"/>
                </a:solidFill>
                <a:cs typeface="Calibri"/>
              </a:rPr>
              <a:t> detail</a:t>
            </a:r>
          </a:p>
          <a:p>
            <a:pPr>
              <a:buClr>
                <a:schemeClr val="accent5"/>
              </a:buClr>
              <a:buSzPct val="120000"/>
            </a:pPr>
            <a:endParaRPr lang="en-US" sz="1400" spc="-30" dirty="0" smtClean="0">
              <a:solidFill>
                <a:srgbClr val="666666"/>
              </a:solidFill>
              <a:cs typeface="Calibri"/>
            </a:endParaRPr>
          </a:p>
          <a:p>
            <a:pPr>
              <a:buClr>
                <a:schemeClr val="accent5"/>
              </a:buClr>
              <a:buSzPct val="120000"/>
            </a:pPr>
            <a:r>
              <a:rPr lang="en-US" sz="1400" spc="-30" dirty="0" smtClean="0">
                <a:solidFill>
                  <a:srgbClr val="666666"/>
                </a:solidFill>
                <a:cs typeface="Calibri"/>
              </a:rPr>
              <a:t>!</a:t>
            </a:r>
          </a:p>
          <a:p>
            <a:pPr>
              <a:buClr>
                <a:schemeClr val="accent5"/>
              </a:buClr>
              <a:buSzPct val="120000"/>
            </a:pPr>
            <a:r>
              <a:rPr lang="en-US" sz="1400" spc="-30" dirty="0" smtClean="0">
                <a:solidFill>
                  <a:srgbClr val="666666"/>
                </a:solidFill>
                <a:cs typeface="Calibri"/>
              </a:rPr>
              <a:t>!PHASE 2</a:t>
            </a:r>
          </a:p>
          <a:p>
            <a:pPr>
              <a:buClr>
                <a:schemeClr val="accent5"/>
              </a:buClr>
              <a:buSzPct val="120000"/>
            </a:pPr>
            <a:r>
              <a:rPr lang="en-US" sz="1400" spc="-30" dirty="0">
                <a:solidFill>
                  <a:srgbClr val="666666"/>
                </a:solidFill>
                <a:cs typeface="Calibri"/>
              </a:rPr>
              <a:t>!</a:t>
            </a:r>
          </a:p>
          <a:p>
            <a:pPr>
              <a:buClr>
                <a:schemeClr val="accent5"/>
              </a:buClr>
              <a:buSzPct val="120000"/>
            </a:pPr>
            <a:r>
              <a:rPr lang="en-US" sz="1400" spc="-30" dirty="0">
                <a:solidFill>
                  <a:srgbClr val="666666"/>
                </a:solidFill>
                <a:cs typeface="Calibri"/>
              </a:rPr>
              <a:t>Show crypto  </a:t>
            </a:r>
            <a:r>
              <a:rPr lang="en-US" sz="1400" spc="-30" dirty="0" err="1" smtClean="0">
                <a:solidFill>
                  <a:srgbClr val="666666"/>
                </a:solidFill>
                <a:cs typeface="Calibri"/>
              </a:rPr>
              <a:t>ipsec</a:t>
            </a:r>
            <a:r>
              <a:rPr lang="en-US" sz="1400" spc="-30" dirty="0" smtClean="0">
                <a:solidFill>
                  <a:srgbClr val="666666"/>
                </a:solidFill>
                <a:cs typeface="Calibri"/>
              </a:rPr>
              <a:t> </a:t>
            </a:r>
            <a:r>
              <a:rPr lang="en-US" sz="1400" spc="-30" dirty="0" err="1" smtClean="0">
                <a:solidFill>
                  <a:srgbClr val="666666"/>
                </a:solidFill>
                <a:cs typeface="Calibri"/>
              </a:rPr>
              <a:t>sa</a:t>
            </a:r>
            <a:endParaRPr lang="en-US" sz="1400" spc="-30" dirty="0">
              <a:solidFill>
                <a:srgbClr val="666666"/>
              </a:solidFill>
              <a:cs typeface="Calibri"/>
            </a:endParaRPr>
          </a:p>
          <a:p>
            <a:pPr>
              <a:buClr>
                <a:schemeClr val="accent5"/>
              </a:buClr>
              <a:buSzPct val="120000"/>
            </a:pPr>
            <a:r>
              <a:rPr lang="en-US" sz="1400" spc="-30" dirty="0">
                <a:solidFill>
                  <a:srgbClr val="666666"/>
                </a:solidFill>
                <a:cs typeface="Calibri"/>
              </a:rPr>
              <a:t>Show crypto </a:t>
            </a:r>
            <a:r>
              <a:rPr lang="en-US" sz="1400" spc="-30" dirty="0" err="1" smtClean="0">
                <a:solidFill>
                  <a:srgbClr val="666666"/>
                </a:solidFill>
                <a:cs typeface="Calibri"/>
              </a:rPr>
              <a:t>ipsec</a:t>
            </a:r>
            <a:r>
              <a:rPr lang="en-US" sz="1400" spc="-30" dirty="0" smtClean="0">
                <a:solidFill>
                  <a:srgbClr val="666666"/>
                </a:solidFill>
                <a:cs typeface="Calibri"/>
              </a:rPr>
              <a:t> </a:t>
            </a:r>
            <a:r>
              <a:rPr lang="en-US" sz="1400" spc="-30" dirty="0" err="1" smtClean="0">
                <a:solidFill>
                  <a:srgbClr val="666666"/>
                </a:solidFill>
                <a:cs typeface="Calibri"/>
              </a:rPr>
              <a:t>sa</a:t>
            </a:r>
            <a:r>
              <a:rPr lang="en-US" sz="1400" spc="-30" dirty="0" smtClean="0">
                <a:solidFill>
                  <a:srgbClr val="666666"/>
                </a:solidFill>
                <a:cs typeface="Calibri"/>
              </a:rPr>
              <a:t> detail</a:t>
            </a:r>
          </a:p>
          <a:p>
            <a:pPr>
              <a:buClr>
                <a:schemeClr val="accent5"/>
              </a:buClr>
              <a:buSzPct val="120000"/>
            </a:pPr>
            <a:r>
              <a:rPr lang="en-US" sz="1400" spc="-30" dirty="0" smtClean="0">
                <a:solidFill>
                  <a:srgbClr val="666666"/>
                </a:solidFill>
                <a:cs typeface="Calibri"/>
              </a:rPr>
              <a:t>Show crypto condition peer </a:t>
            </a:r>
            <a:r>
              <a:rPr lang="en-US" sz="1400" spc="-30" dirty="0" err="1" smtClean="0">
                <a:solidFill>
                  <a:srgbClr val="666666"/>
                </a:solidFill>
                <a:cs typeface="Calibri"/>
              </a:rPr>
              <a:t>x.x.x.x</a:t>
            </a:r>
            <a:endParaRPr lang="en-US" sz="1400" spc="-30" dirty="0" smtClean="0">
              <a:solidFill>
                <a:srgbClr val="666666"/>
              </a:solidFill>
              <a:cs typeface="Calibri"/>
            </a:endParaRPr>
          </a:p>
          <a:p>
            <a:pPr>
              <a:buClr>
                <a:schemeClr val="accent5"/>
              </a:buClr>
              <a:buSzPct val="120000"/>
            </a:pPr>
            <a:r>
              <a:rPr lang="en-US" sz="1400" spc="-30" dirty="0" smtClean="0">
                <a:solidFill>
                  <a:srgbClr val="666666"/>
                </a:solidFill>
                <a:cs typeface="Calibri"/>
              </a:rPr>
              <a:t>Show crypto session (IOS)</a:t>
            </a:r>
          </a:p>
          <a:p>
            <a:pPr>
              <a:buClr>
                <a:schemeClr val="accent5"/>
              </a:buClr>
              <a:buSzPct val="120000"/>
            </a:pPr>
            <a:r>
              <a:rPr lang="en-US" sz="1400" spc="-30" dirty="0">
                <a:solidFill>
                  <a:srgbClr val="666666"/>
                </a:solidFill>
                <a:cs typeface="Calibri"/>
              </a:rPr>
              <a:t>!</a:t>
            </a:r>
          </a:p>
          <a:p>
            <a:pPr>
              <a:buClr>
                <a:schemeClr val="accent5"/>
              </a:buClr>
              <a:buSzPct val="120000"/>
            </a:pPr>
            <a:endParaRPr lang="en-US" sz="1400" spc="-30" dirty="0" smtClean="0">
              <a:solidFill>
                <a:srgbClr val="666666"/>
              </a:solidFill>
              <a:cs typeface="Calibri"/>
            </a:endParaRPr>
          </a:p>
          <a:p>
            <a:pPr>
              <a:buClr>
                <a:schemeClr val="accent5"/>
              </a:buClr>
              <a:buSzPct val="120000"/>
            </a:pPr>
            <a:endParaRPr lang="en-US" sz="1400" spc="-30" dirty="0" smtClean="0">
              <a:solidFill>
                <a:srgbClr val="666666"/>
              </a:solidFill>
              <a:cs typeface="Calibri"/>
            </a:endParaRPr>
          </a:p>
          <a:p>
            <a:pPr>
              <a:buClr>
                <a:schemeClr val="accent5"/>
              </a:buClr>
              <a:buSzPct val="120000"/>
            </a:pPr>
            <a:endParaRPr lang="en-US" sz="1400" spc="-30" dirty="0">
              <a:solidFill>
                <a:srgbClr val="666666"/>
              </a:solidFill>
              <a:cs typeface="Calibri"/>
            </a:endParaRPr>
          </a:p>
        </p:txBody>
      </p:sp>
    </p:spTree>
    <p:extLst>
      <p:ext uri="{BB962C8B-B14F-4D97-AF65-F5344CB8AC3E}">
        <p14:creationId xmlns:p14="http://schemas.microsoft.com/office/powerpoint/2010/main" val="2427778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27</a:t>
            </a:fld>
            <a:endParaRPr lang="en-US" dirty="0"/>
          </a:p>
        </p:txBody>
      </p:sp>
      <p:sp>
        <p:nvSpPr>
          <p:cNvPr id="8" name="Text Placeholder 3"/>
          <p:cNvSpPr txBox="1">
            <a:spLocks/>
          </p:cNvSpPr>
          <p:nvPr/>
        </p:nvSpPr>
        <p:spPr bwMode="auto">
          <a:xfrm>
            <a:off x="815975" y="1362075"/>
            <a:ext cx="5658567" cy="993775"/>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3000" b="0" kern="1200">
                <a:solidFill>
                  <a:schemeClr val="accent5"/>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32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32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cs typeface="Calibri"/>
              </a:rPr>
              <a:t>Agenda</a:t>
            </a:r>
            <a:endParaRPr lang="en-US" dirty="0" smtClean="0"/>
          </a:p>
          <a:p>
            <a:endParaRPr lang="en-US" dirty="0"/>
          </a:p>
        </p:txBody>
      </p:sp>
      <p:sp>
        <p:nvSpPr>
          <p:cNvPr id="9" name="Text Placeholder 4"/>
          <p:cNvSpPr>
            <a:spLocks noGrp="1"/>
          </p:cNvSpPr>
          <p:nvPr>
            <p:ph type="body" sz="quarter" idx="4294967295"/>
          </p:nvPr>
        </p:nvSpPr>
        <p:spPr>
          <a:xfrm>
            <a:off x="663575" y="2209800"/>
            <a:ext cx="5657850" cy="757238"/>
          </a:xfrm>
        </p:spPr>
        <p:txBody>
          <a:bodyPr/>
          <a:lstStyle/>
          <a:p>
            <a:pPr marL="342900" indent="-342900">
              <a:buFont typeface="+mj-lt"/>
              <a:buAutoNum type="arabicPeriod"/>
            </a:pPr>
            <a:r>
              <a:rPr lang="en-US" spc="-30" dirty="0">
                <a:solidFill>
                  <a:srgbClr val="666666"/>
                </a:solidFill>
                <a:cs typeface="Calibri"/>
              </a:rPr>
              <a:t>What is a VPN?</a:t>
            </a:r>
          </a:p>
          <a:p>
            <a:pPr marL="342900" indent="-342900">
              <a:buFont typeface="+mj-lt"/>
              <a:buAutoNum type="arabicPeriod"/>
            </a:pPr>
            <a:r>
              <a:rPr lang="en-US" spc="-30" dirty="0">
                <a:cs typeface="Calibri"/>
              </a:rPr>
              <a:t>Types of VPNs</a:t>
            </a:r>
          </a:p>
          <a:p>
            <a:pPr marL="342900" indent="-342900">
              <a:buFont typeface="+mj-lt"/>
              <a:buAutoNum type="arabicPeriod"/>
            </a:pPr>
            <a:r>
              <a:rPr lang="en-US" spc="-30" dirty="0">
                <a:solidFill>
                  <a:srgbClr val="666666"/>
                </a:solidFill>
                <a:cs typeface="Calibri"/>
              </a:rPr>
              <a:t>Commonly used VPNs</a:t>
            </a:r>
          </a:p>
          <a:p>
            <a:pPr marL="342900" indent="-342900">
              <a:buFont typeface="+mj-lt"/>
              <a:buAutoNum type="arabicPeriod"/>
            </a:pPr>
            <a:r>
              <a:rPr lang="en-US" spc="-30" dirty="0">
                <a:cs typeface="Calibri"/>
              </a:rPr>
              <a:t>IPSec VPNs</a:t>
            </a:r>
          </a:p>
          <a:p>
            <a:pPr marL="342900" indent="-342900">
              <a:buFont typeface="+mj-lt"/>
              <a:buAutoNum type="arabicPeriod"/>
            </a:pPr>
            <a:r>
              <a:rPr lang="en-US" spc="-30" dirty="0" smtClean="0">
                <a:cs typeface="Calibri"/>
              </a:rPr>
              <a:t>Lab</a:t>
            </a:r>
            <a:endParaRPr lang="en-US" spc="-30" dirty="0">
              <a:cs typeface="Calibri"/>
            </a:endParaRPr>
          </a:p>
          <a:p>
            <a:pPr marL="342900" indent="-342900">
              <a:buFont typeface="+mj-lt"/>
              <a:buAutoNum type="arabicPeriod"/>
            </a:pPr>
            <a:r>
              <a:rPr lang="en-US" b="1" spc="-30" dirty="0">
                <a:solidFill>
                  <a:schemeClr val="accent1"/>
                </a:solidFill>
                <a:cs typeface="Calibri"/>
              </a:rPr>
              <a:t>Real scenario </a:t>
            </a:r>
            <a:r>
              <a:rPr lang="en-US" b="1" spc="-30" dirty="0" smtClean="0">
                <a:solidFill>
                  <a:schemeClr val="accent1"/>
                </a:solidFill>
                <a:cs typeface="Calibri"/>
              </a:rPr>
              <a:t>troubleshooting</a:t>
            </a:r>
          </a:p>
          <a:p>
            <a:pPr marL="342900" indent="-342900">
              <a:buFont typeface="+mj-lt"/>
              <a:buAutoNum type="arabicPeriod"/>
            </a:pPr>
            <a:r>
              <a:rPr lang="en-US" spc="-30" dirty="0"/>
              <a:t>Q&amp;A</a:t>
            </a:r>
            <a:endParaRPr lang="en-US" dirty="0"/>
          </a:p>
          <a:p>
            <a:endParaRPr lang="en-US" b="1" dirty="0">
              <a:solidFill>
                <a:schemeClr val="accent1"/>
              </a:solidFill>
            </a:endParaRPr>
          </a:p>
          <a:p>
            <a:endParaRPr lang="en-US" dirty="0"/>
          </a:p>
        </p:txBody>
      </p:sp>
    </p:spTree>
    <p:extLst>
      <p:ext uri="{BB962C8B-B14F-4D97-AF65-F5344CB8AC3E}">
        <p14:creationId xmlns:p14="http://schemas.microsoft.com/office/powerpoint/2010/main" val="3219539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87116" y="566297"/>
            <a:ext cx="8010525" cy="682822"/>
          </a:xfrm>
        </p:spPr>
        <p:txBody>
          <a:bodyPr/>
          <a:lstStyle/>
          <a:p>
            <a:r>
              <a:rPr lang="en-US" dirty="0" smtClean="0"/>
              <a:t>Troubleshooting</a:t>
            </a:r>
            <a:endParaRPr lang="en-US" dirty="0"/>
          </a:p>
        </p:txBody>
      </p:sp>
      <p:sp>
        <p:nvSpPr>
          <p:cNvPr id="2" name="Footer Placeholder 1"/>
          <p:cNvSpPr>
            <a:spLocks noGrp="1"/>
          </p:cNvSpPr>
          <p:nvPr>
            <p:ph type="ftr" sz="quarter" idx="10"/>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2" name="Text Placeholder 4"/>
          <p:cNvSpPr txBox="1">
            <a:spLocks/>
          </p:cNvSpPr>
          <p:nvPr/>
        </p:nvSpPr>
        <p:spPr bwMode="auto">
          <a:xfrm>
            <a:off x="663575" y="1359160"/>
            <a:ext cx="7915160"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Pre shared key</a:t>
            </a:r>
            <a:endParaRPr lang="en-US" spc="-30" dirty="0">
              <a:solidFill>
                <a:srgbClr val="666666"/>
              </a:solidFill>
              <a:cs typeface="Calibri"/>
            </a:endParaRP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ACLs</a:t>
            </a:r>
            <a:endParaRPr lang="en-US" spc="-30" dirty="0">
              <a:solidFill>
                <a:srgbClr val="666666"/>
              </a:solidFill>
              <a:cs typeface="Calibri"/>
            </a:endParaRP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Phase 1 parameters</a:t>
            </a:r>
            <a:endParaRPr lang="en-US" spc="-30" dirty="0">
              <a:solidFill>
                <a:srgbClr val="666666"/>
              </a:solidFill>
              <a:cs typeface="Calibri"/>
            </a:endParaRPr>
          </a:p>
          <a:p>
            <a:pPr marL="342900" indent="-342900">
              <a:buClr>
                <a:schemeClr val="accent5"/>
              </a:buClr>
              <a:buSzPct val="120000"/>
              <a:buFont typeface="Arial" panose="020B0604020202020204" pitchFamily="34" charset="0"/>
              <a:buChar char="•"/>
            </a:pPr>
            <a:r>
              <a:rPr lang="en-US" spc="-30" dirty="0">
                <a:solidFill>
                  <a:srgbClr val="666666"/>
                </a:solidFill>
                <a:cs typeface="Calibri"/>
              </a:rPr>
              <a:t>Check Phase </a:t>
            </a:r>
            <a:r>
              <a:rPr lang="en-US" spc="-30" dirty="0" smtClean="0">
                <a:solidFill>
                  <a:srgbClr val="666666"/>
                </a:solidFill>
                <a:cs typeface="Calibri"/>
              </a:rPr>
              <a:t>2 </a:t>
            </a:r>
            <a:r>
              <a:rPr lang="en-US" spc="-30" dirty="0">
                <a:solidFill>
                  <a:srgbClr val="666666"/>
                </a:solidFill>
                <a:cs typeface="Calibri"/>
              </a:rPr>
              <a:t>parameters</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routes to remote network</a:t>
            </a:r>
          </a:p>
          <a:p>
            <a:pPr marL="342900" indent="-342900">
              <a:buClr>
                <a:schemeClr val="accent5"/>
              </a:buClr>
              <a:buSzPct val="120000"/>
              <a:buFont typeface="Arial" panose="020B0604020202020204" pitchFamily="34" charset="0"/>
              <a:buChar char="•"/>
            </a:pPr>
            <a:r>
              <a:rPr lang="en-US" spc="-30" dirty="0">
                <a:solidFill>
                  <a:srgbClr val="666666"/>
                </a:solidFill>
                <a:cs typeface="Calibri"/>
              </a:rPr>
              <a:t> Verify that </a:t>
            </a:r>
            <a:r>
              <a:rPr lang="en-US" spc="-30" dirty="0" smtClean="0">
                <a:solidFill>
                  <a:srgbClr val="666666"/>
                </a:solidFill>
                <a:cs typeface="Calibri"/>
              </a:rPr>
              <a:t>ISAKMP-IKE/crypto map </a:t>
            </a:r>
            <a:r>
              <a:rPr lang="en-US" spc="-30" dirty="0">
                <a:solidFill>
                  <a:srgbClr val="666666"/>
                </a:solidFill>
                <a:cs typeface="Calibri"/>
              </a:rPr>
              <a:t>is enabled on </a:t>
            </a:r>
            <a:r>
              <a:rPr lang="en-US" spc="-30" dirty="0" smtClean="0">
                <a:solidFill>
                  <a:srgbClr val="666666"/>
                </a:solidFill>
                <a:cs typeface="Calibri"/>
              </a:rPr>
              <a:t>interfaces</a:t>
            </a:r>
          </a:p>
          <a:p>
            <a:pPr marL="342900" indent="-342900">
              <a:buClr>
                <a:schemeClr val="accent5"/>
              </a:buClr>
              <a:buSzPct val="120000"/>
              <a:buFont typeface="Arial" panose="020B0604020202020204" pitchFamily="34" charset="0"/>
              <a:buChar char="•"/>
            </a:pPr>
            <a:r>
              <a:rPr lang="en-US" spc="-30" dirty="0">
                <a:solidFill>
                  <a:srgbClr val="666666"/>
                </a:solidFill>
                <a:cs typeface="Calibri"/>
              </a:rPr>
              <a:t>Verify that </a:t>
            </a:r>
            <a:r>
              <a:rPr lang="en-US" spc="-30" dirty="0" smtClean="0">
                <a:solidFill>
                  <a:srgbClr val="666666"/>
                </a:solidFill>
                <a:cs typeface="Calibri"/>
              </a:rPr>
              <a:t>ISAKMP </a:t>
            </a:r>
            <a:r>
              <a:rPr lang="en-US" spc="-30" dirty="0">
                <a:solidFill>
                  <a:srgbClr val="666666"/>
                </a:solidFill>
                <a:cs typeface="Calibri"/>
              </a:rPr>
              <a:t>and ESP traffic is </a:t>
            </a:r>
            <a:r>
              <a:rPr lang="en-US" spc="-30" dirty="0" smtClean="0">
                <a:solidFill>
                  <a:srgbClr val="666666"/>
                </a:solidFill>
                <a:cs typeface="Calibri"/>
              </a:rPr>
              <a:t>allowed</a:t>
            </a:r>
          </a:p>
          <a:p>
            <a:pPr marL="342900" indent="-342900">
              <a:buClr>
                <a:schemeClr val="accent5"/>
              </a:buClr>
              <a:buSzPct val="120000"/>
              <a:buFont typeface="Arial" panose="020B0604020202020204" pitchFamily="34" charset="0"/>
              <a:buChar char="•"/>
            </a:pPr>
            <a:r>
              <a:rPr lang="en-US" spc="-30" dirty="0">
                <a:solidFill>
                  <a:srgbClr val="666666"/>
                </a:solidFill>
                <a:cs typeface="Calibri"/>
              </a:rPr>
              <a:t>Debug</a:t>
            </a: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internal port openings</a:t>
            </a:r>
            <a:endParaRPr lang="en-US" spc="-30" dirty="0">
              <a:solidFill>
                <a:srgbClr val="666666"/>
              </a:solidFill>
              <a:cs typeface="Calibri"/>
            </a:endParaRPr>
          </a:p>
          <a:p>
            <a:pPr marL="342900" indent="-342900">
              <a:buClr>
                <a:schemeClr val="accent5"/>
              </a:buClr>
              <a:buSzPct val="120000"/>
              <a:buFont typeface="Arial" panose="020B0604020202020204" pitchFamily="34" charset="0"/>
              <a:buChar char="•"/>
            </a:pPr>
            <a:r>
              <a:rPr lang="en-US" spc="-30" dirty="0" smtClean="0">
                <a:solidFill>
                  <a:srgbClr val="666666"/>
                </a:solidFill>
                <a:cs typeface="Calibri"/>
              </a:rPr>
              <a:t>Check NAT translations</a:t>
            </a:r>
            <a:endParaRPr lang="en-US" spc="-30" dirty="0">
              <a:solidFill>
                <a:srgbClr val="666666"/>
              </a:solidFill>
              <a:cs typeface="Calibri"/>
            </a:endParaRPr>
          </a:p>
          <a:p>
            <a:pPr marL="342900" indent="-342900">
              <a:buClr>
                <a:schemeClr val="accent5"/>
              </a:buClr>
              <a:buSzPct val="120000"/>
              <a:buFont typeface="Arial" panose="020B0604020202020204" pitchFamily="34" charset="0"/>
              <a:buChar char="•"/>
            </a:pPr>
            <a:endParaRPr lang="en-US" spc="-30" dirty="0" smtClean="0">
              <a:solidFill>
                <a:srgbClr val="666666"/>
              </a:solidFill>
              <a:cs typeface="Calibri"/>
            </a:endParaRPr>
          </a:p>
        </p:txBody>
      </p:sp>
      <p:sp>
        <p:nvSpPr>
          <p:cNvPr id="5" name="Text Placeholder 4"/>
          <p:cNvSpPr txBox="1">
            <a:spLocks/>
          </p:cNvSpPr>
          <p:nvPr/>
        </p:nvSpPr>
        <p:spPr bwMode="auto">
          <a:xfrm>
            <a:off x="664022" y="5488137"/>
            <a:ext cx="8107838" cy="757238"/>
          </a:xfrm>
          <a:prstGeom prst="rect">
            <a:avLst/>
          </a:prstGeom>
          <a:noFill/>
          <a:ln>
            <a:noFill/>
          </a:ln>
          <a:extLs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rtl="0" eaLnBrk="1" fontAlgn="base" hangingPunct="1">
              <a:spcBef>
                <a:spcPct val="0"/>
              </a:spcBef>
              <a:spcAft>
                <a:spcPts val="800"/>
              </a:spcAft>
              <a:buFont typeface="Arial" charset="0"/>
              <a:defRPr sz="2000" b="0" kern="1200">
                <a:solidFill>
                  <a:schemeClr val="tx2"/>
                </a:solidFill>
                <a:latin typeface="+mn-lt"/>
                <a:ea typeface="ＭＳ Ｐゴシック" charset="0"/>
                <a:cs typeface="ＭＳ Ｐゴシック" charset="0"/>
              </a:defRPr>
            </a:lvl1pPr>
            <a:lvl2pPr marL="0" indent="0" algn="l" rtl="0" eaLnBrk="1" fontAlgn="base" hangingPunct="1">
              <a:spcBef>
                <a:spcPct val="0"/>
              </a:spcBef>
              <a:spcAft>
                <a:spcPts val="600"/>
              </a:spcAft>
              <a:buFont typeface="Arial" charset="0"/>
              <a:defRPr sz="2000" kern="1200">
                <a:solidFill>
                  <a:schemeClr val="tx2"/>
                </a:solidFill>
                <a:latin typeface="+mn-lt"/>
                <a:ea typeface="ＭＳ Ｐゴシック" charset="0"/>
                <a:cs typeface="+mn-cs"/>
              </a:defRPr>
            </a:lvl2pPr>
            <a:lvl3pPr marL="228600" indent="-228600" algn="l" rtl="0" eaLnBrk="1" fontAlgn="base" hangingPunct="1">
              <a:spcBef>
                <a:spcPct val="0"/>
              </a:spcBef>
              <a:spcAft>
                <a:spcPts val="400"/>
              </a:spcAft>
              <a:buSzPct val="80000"/>
              <a:buFont typeface="Arial" charset="0"/>
              <a:buChar char="•"/>
              <a:defRPr sz="2000" kern="1200">
                <a:solidFill>
                  <a:schemeClr val="tx2"/>
                </a:solidFill>
                <a:latin typeface="+mn-lt"/>
                <a:ea typeface="ＭＳ Ｐゴシック" charset="0"/>
                <a:cs typeface="+mn-cs"/>
              </a:defRPr>
            </a:lvl3pPr>
            <a:lvl4pPr marL="458788" indent="-228600" algn="l" rtl="0" eaLnBrk="1" fontAlgn="base" hangingPunct="1">
              <a:spcBef>
                <a:spcPct val="0"/>
              </a:spcBef>
              <a:spcAft>
                <a:spcPts val="400"/>
              </a:spcAft>
              <a:buSzPct val="80000"/>
              <a:buFont typeface="Arial" charset="0"/>
              <a:buChar char="–"/>
              <a:defRPr kern="1200">
                <a:solidFill>
                  <a:schemeClr val="tx2"/>
                </a:solidFill>
                <a:latin typeface="+mn-lt"/>
                <a:ea typeface="ＭＳ Ｐゴシック" charset="0"/>
                <a:cs typeface="+mn-cs"/>
              </a:defRPr>
            </a:lvl4pPr>
            <a:lvl5pPr marL="688975" indent="-228600" algn="l" rtl="0" eaLnBrk="1" fontAlgn="base" hangingPunct="1">
              <a:spcBef>
                <a:spcPct val="0"/>
              </a:spcBef>
              <a:spcAft>
                <a:spcPts val="400"/>
              </a:spcAft>
              <a:buSzPct val="80000"/>
              <a:buFont typeface="Arial" charset="0"/>
              <a:buChar char="•"/>
              <a:defRPr sz="1600" kern="1200">
                <a:solidFill>
                  <a:schemeClr val="tx2"/>
                </a:solidFill>
                <a:latin typeface="+mn-lt"/>
                <a:ea typeface="ＭＳ Ｐゴシック" charset="0"/>
                <a:cs typeface="+mn-cs"/>
              </a:defRPr>
            </a:lvl5pPr>
            <a:lvl6pPr marL="860425" indent="-174625" algn="l" defTabSz="860425" rtl="0" eaLnBrk="1" latinLnBrk="0" hangingPunct="1">
              <a:lnSpc>
                <a:spcPct val="100000"/>
              </a:lnSpc>
              <a:spcBef>
                <a:spcPts val="0"/>
              </a:spcBef>
              <a:spcAft>
                <a:spcPts val="300"/>
              </a:spcAft>
              <a:buFont typeface="Arial" pitchFamily="34" charset="0"/>
              <a:buChar char="•"/>
              <a:defRPr sz="1400" kern="1200" baseline="0">
                <a:solidFill>
                  <a:schemeClr val="bg2"/>
                </a:solidFill>
                <a:latin typeface="+mn-lt"/>
                <a:ea typeface="+mn-ea"/>
                <a:cs typeface="+mn-cs"/>
              </a:defRPr>
            </a:lvl6pPr>
            <a:lvl7pPr marL="860425" indent="0" algn="l" defTabSz="914400" rtl="0" eaLnBrk="1" latinLnBrk="0" hangingPunct="1">
              <a:lnSpc>
                <a:spcPct val="100000"/>
              </a:lnSpc>
              <a:spcBef>
                <a:spcPts val="0"/>
              </a:spcBef>
              <a:spcAft>
                <a:spcPts val="300"/>
              </a:spcAft>
              <a:buFontTx/>
              <a:buNone/>
              <a:defRPr sz="1200" i="1" kern="1200">
                <a:solidFill>
                  <a:schemeClr val="bg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Clr>
                <a:srgbClr val="FF0000"/>
              </a:buClr>
              <a:buSzPct val="120000"/>
              <a:buFont typeface="Arial" panose="020B0604020202020204" pitchFamily="34" charset="0"/>
              <a:buChar char="•"/>
            </a:pPr>
            <a:r>
              <a:rPr lang="en-US" b="1" spc="-30" dirty="0" smtClean="0">
                <a:solidFill>
                  <a:srgbClr val="FF0000"/>
                </a:solidFill>
                <a:cs typeface="Calibri"/>
              </a:rPr>
              <a:t>Don’t assume, CHECK</a:t>
            </a:r>
            <a:r>
              <a:rPr lang="en-US" spc="-30" dirty="0" smtClean="0">
                <a:solidFill>
                  <a:srgbClr val="FF0000"/>
                </a:solidFill>
                <a:cs typeface="Calibri"/>
              </a:rPr>
              <a:t>. </a:t>
            </a:r>
            <a:r>
              <a:rPr lang="en-US" b="1" spc="-30" dirty="0" smtClean="0">
                <a:solidFill>
                  <a:srgbClr val="FF0000"/>
                </a:solidFill>
                <a:cs typeface="Calibri"/>
              </a:rPr>
              <a:t>Check</a:t>
            </a:r>
            <a:r>
              <a:rPr lang="en-US" spc="-30" dirty="0" smtClean="0">
                <a:solidFill>
                  <a:srgbClr val="FF0000"/>
                </a:solidFill>
                <a:cs typeface="Calibri"/>
              </a:rPr>
              <a:t> </a:t>
            </a:r>
            <a:r>
              <a:rPr lang="en-US" spc="-30" dirty="0" smtClean="0">
                <a:solidFill>
                  <a:srgbClr val="666666"/>
                </a:solidFill>
                <a:cs typeface="Calibri"/>
              </a:rPr>
              <a:t>the </a:t>
            </a:r>
            <a:r>
              <a:rPr lang="en-US" spc="-30" dirty="0" err="1" smtClean="0">
                <a:solidFill>
                  <a:srgbClr val="666666"/>
                </a:solidFill>
                <a:cs typeface="Calibri"/>
              </a:rPr>
              <a:t>config</a:t>
            </a:r>
            <a:r>
              <a:rPr lang="en-US" spc="-30" dirty="0" smtClean="0">
                <a:solidFill>
                  <a:srgbClr val="666666"/>
                </a:solidFill>
                <a:cs typeface="Calibri"/>
              </a:rPr>
              <a:t>, and </a:t>
            </a:r>
            <a:r>
              <a:rPr lang="en-US" b="1" spc="-30" dirty="0" smtClean="0">
                <a:solidFill>
                  <a:srgbClr val="FF0000"/>
                </a:solidFill>
                <a:cs typeface="Calibri"/>
              </a:rPr>
              <a:t>RE CHECK </a:t>
            </a:r>
            <a:r>
              <a:rPr lang="en-US" spc="-30" dirty="0" smtClean="0">
                <a:solidFill>
                  <a:srgbClr val="666666"/>
                </a:solidFill>
                <a:cs typeface="Calibri"/>
              </a:rPr>
              <a:t>the </a:t>
            </a:r>
            <a:r>
              <a:rPr lang="en-US" spc="-30" dirty="0" err="1" smtClean="0">
                <a:solidFill>
                  <a:srgbClr val="666666"/>
                </a:solidFill>
                <a:cs typeface="Calibri"/>
              </a:rPr>
              <a:t>config</a:t>
            </a:r>
            <a:r>
              <a:rPr lang="en-US" spc="-30" dirty="0" smtClean="0">
                <a:solidFill>
                  <a:srgbClr val="666666"/>
                </a:solidFill>
                <a:cs typeface="Calibri"/>
              </a:rPr>
              <a:t> again! Be prepared for guiding the other end through the verification/debug process</a:t>
            </a:r>
          </a:p>
        </p:txBody>
      </p:sp>
    </p:spTree>
    <p:extLst>
      <p:ext uri="{BB962C8B-B14F-4D97-AF65-F5344CB8AC3E}">
        <p14:creationId xmlns:p14="http://schemas.microsoft.com/office/powerpoint/2010/main" val="4185125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29</a:t>
            </a:fld>
            <a:endParaRPr lang="en-US" dirty="0"/>
          </a:p>
        </p:txBody>
      </p:sp>
      <p:sp>
        <p:nvSpPr>
          <p:cNvPr id="4" name="Text Placeholder 3"/>
          <p:cNvSpPr>
            <a:spLocks noGrp="1"/>
          </p:cNvSpPr>
          <p:nvPr>
            <p:ph type="body" sz="quarter" idx="10"/>
          </p:nvPr>
        </p:nvSpPr>
        <p:spPr/>
        <p:txBody>
          <a:bodyPr/>
          <a:lstStyle/>
          <a:p>
            <a:r>
              <a:rPr lang="en-US" sz="3600" b="1" dirty="0" smtClean="0">
                <a:cs typeface="Calibri"/>
              </a:rPr>
              <a:t>Q&amp;A</a:t>
            </a:r>
            <a:endParaRPr lang="en-US" sz="3600" b="1" dirty="0"/>
          </a:p>
          <a:p>
            <a:endParaRPr lang="en-US" dirty="0"/>
          </a:p>
        </p:txBody>
      </p:sp>
    </p:spTree>
    <p:extLst>
      <p:ext uri="{BB962C8B-B14F-4D97-AF65-F5344CB8AC3E}">
        <p14:creationId xmlns:p14="http://schemas.microsoft.com/office/powerpoint/2010/main" val="2855561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dirty="0"/>
              <a:t>© 2014 AT&amp;T Intellectual Property.  All rights reserved.  AT&amp;T, the AT&amp;T logo and all other AT&amp;T marks contained herein are trademarks of AT&amp;T Intellectual Property and/or AT&amp;T affiliated companies.  The information contained herein is not an offer, commitment, representation or warranty by AT&amp;T and is subject to change.</a:t>
            </a:r>
          </a:p>
        </p:txBody>
      </p:sp>
      <p:sp>
        <p:nvSpPr>
          <p:cNvPr id="3" name="Slide Number Placeholder 2"/>
          <p:cNvSpPr>
            <a:spLocks noGrp="1"/>
          </p:cNvSpPr>
          <p:nvPr>
            <p:ph type="sldNum" sz="quarter" idx="4"/>
          </p:nvPr>
        </p:nvSpPr>
        <p:spPr/>
        <p:txBody>
          <a:bodyPr/>
          <a:lstStyle/>
          <a:p>
            <a:pPr>
              <a:defRPr/>
            </a:pPr>
            <a:fld id="{8074B6C9-7640-0346-9181-9D7622A30249}" type="slidenum">
              <a:rPr lang="en-US" smtClean="0"/>
              <a:pPr>
                <a:defRPr/>
              </a:pPr>
              <a:t>30</a:t>
            </a:fld>
            <a:endParaRPr lang="en-US" dirty="0"/>
          </a:p>
        </p:txBody>
      </p:sp>
      <p:sp>
        <p:nvSpPr>
          <p:cNvPr id="4" name="Text Placeholder 3"/>
          <p:cNvSpPr>
            <a:spLocks noGrp="1"/>
          </p:cNvSpPr>
          <p:nvPr>
            <p:ph type="body" sz="quarter" idx="10"/>
          </p:nvPr>
        </p:nvSpPr>
        <p:spPr>
          <a:xfrm>
            <a:off x="663576" y="1209675"/>
            <a:ext cx="4121076" cy="993775"/>
          </a:xfrm>
        </p:spPr>
        <p:txBody>
          <a:bodyPr/>
          <a:lstStyle/>
          <a:p>
            <a:r>
              <a:rPr lang="en-US" dirty="0" smtClean="0">
                <a:cs typeface="Calibri"/>
              </a:rPr>
              <a:t>Thank You!</a:t>
            </a:r>
            <a:endParaRPr lang="en-US" dirty="0"/>
          </a:p>
          <a:p>
            <a:endParaRPr lang="en-US" dirty="0"/>
          </a:p>
        </p:txBody>
      </p:sp>
      <p:sp>
        <p:nvSpPr>
          <p:cNvPr id="5" name="Text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384844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smtClean="0"/>
              <a:t>© 2014 AT&amp;T Intellectual Property. All rights reserved. AT&amp;T and the AT&amp;T logo are trademarks of AT&amp;T Intellectual Property.</a:t>
            </a:r>
          </a:p>
          <a:p>
            <a:r>
              <a:rPr lang="en-US" smtClean="0"/>
              <a:t>AT&amp;T Proprietary (Internal Use Only) Not for use or disclosure outside the AT&amp;T companies except under written agreement.</a:t>
            </a:r>
            <a:endParaRPr lang="en-US" dirty="0"/>
          </a:p>
        </p:txBody>
      </p:sp>
      <p:sp>
        <p:nvSpPr>
          <p:cNvPr id="3" name="Slide Number Placeholder 2"/>
          <p:cNvSpPr>
            <a:spLocks noGrp="1"/>
          </p:cNvSpPr>
          <p:nvPr>
            <p:ph type="sldNum" sz="quarter" idx="4294967295"/>
          </p:nvPr>
        </p:nvSpPr>
        <p:spPr>
          <a:xfrm>
            <a:off x="0" y="6302375"/>
            <a:ext cx="336550" cy="323850"/>
          </a:xfrm>
        </p:spPr>
        <p:txBody>
          <a:bodyPr/>
          <a:lstStyle/>
          <a:p>
            <a:pPr>
              <a:defRPr/>
            </a:pPr>
            <a:fld id="{8074B6C9-7640-0346-9181-9D7622A30249}" type="slidenum">
              <a:rPr lang="en-US" smtClean="0"/>
              <a:pPr>
                <a:defRPr/>
              </a:pPr>
              <a:t>31</a:t>
            </a:fld>
            <a:endParaRPr lang="en-US" dirty="0"/>
          </a:p>
        </p:txBody>
      </p:sp>
      <p:pic>
        <p:nvPicPr>
          <p:cNvPr id="8" name="Picture 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61468" y="1213657"/>
            <a:ext cx="6764321" cy="5073241"/>
          </a:xfrm>
          <a:prstGeom prst="rect">
            <a:avLst/>
          </a:prstGeom>
        </p:spPr>
      </p:pic>
    </p:spTree>
    <p:extLst>
      <p:ext uri="{BB962C8B-B14F-4D97-AF65-F5344CB8AC3E}">
        <p14:creationId xmlns:p14="http://schemas.microsoft.com/office/powerpoint/2010/main" val="3573926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PN_Technical Development Program_v0">
  <a:themeElements>
    <a:clrScheme name="CATO compliant">
      <a:dk1>
        <a:srgbClr val="000000"/>
      </a:dk1>
      <a:lt1>
        <a:sysClr val="window" lastClr="FFFFFF"/>
      </a:lt1>
      <a:dk2>
        <a:srgbClr val="666666"/>
      </a:dk2>
      <a:lt2>
        <a:srgbClr val="EFEFEF"/>
      </a:lt2>
      <a:accent1>
        <a:srgbClr val="EF6F00"/>
      </a:accent1>
      <a:accent2>
        <a:srgbClr val="FCB314"/>
      </a:accent2>
      <a:accent3>
        <a:srgbClr val="4CA90C"/>
      </a:accent3>
      <a:accent4>
        <a:srgbClr val="C4D82D"/>
      </a:accent4>
      <a:accent5>
        <a:srgbClr val="067AB4"/>
      </a:accent5>
      <a:accent6>
        <a:srgbClr val="44C8F5"/>
      </a:accent6>
      <a:hlink>
        <a:srgbClr val="DA0081"/>
      </a:hlink>
      <a:folHlink>
        <a:srgbClr val="B30A3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VPN_Technical Development Program_v0</Template>
  <TotalTime>7402</TotalTime>
  <Words>3803</Words>
  <Application>Microsoft Office PowerPoint</Application>
  <PresentationFormat>On-screen Show (4:3)</PresentationFormat>
  <Paragraphs>726</Paragraphs>
  <Slides>31</Slides>
  <Notes>28</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VPN_Technical Development Program_v0</vt:lpstr>
      <vt:lpstr>Visio</vt:lpstr>
      <vt:lpstr>PowerPoint Presentation</vt:lpstr>
      <vt:lpstr>PowerPoint Presentation</vt:lpstr>
      <vt:lpstr>PowerPoint Presentation</vt:lpstr>
      <vt:lpstr>What is a VPN?</vt:lpstr>
      <vt:lpstr>PowerPoint Presentation</vt:lpstr>
      <vt:lpstr>Types of VPNs</vt:lpstr>
      <vt:lpstr>Types of VPNs</vt:lpstr>
      <vt:lpstr>Types of VPNs</vt:lpstr>
      <vt:lpstr>PowerPoint Presentation</vt:lpstr>
      <vt:lpstr>Commonly used VPNs</vt:lpstr>
      <vt:lpstr>PowerPoint Presentation</vt:lpstr>
      <vt:lpstr>IPSec VPN</vt:lpstr>
      <vt:lpstr>IPSec VPN: Benefits</vt:lpstr>
      <vt:lpstr>IPSec encapsulation</vt:lpstr>
      <vt:lpstr>IPSec VPN: Phase 1</vt:lpstr>
      <vt:lpstr>IPSec VPN: Phase 2</vt:lpstr>
      <vt:lpstr>IPSec VPN: concepts</vt:lpstr>
      <vt:lpstr>Encryption Process</vt:lpstr>
      <vt:lpstr>Hash Process. (HMAC)</vt:lpstr>
      <vt:lpstr>Symmetric key encryption</vt:lpstr>
      <vt:lpstr>Public key encryption</vt:lpstr>
      <vt:lpstr>PowerPoint Presentation</vt:lpstr>
      <vt:lpstr>LAB</vt:lpstr>
      <vt:lpstr>PowerPoint Presentation</vt:lpstr>
      <vt:lpstr>PowerPoint Presentation</vt:lpstr>
      <vt:lpstr>PowerPoint Presentation</vt:lpstr>
      <vt:lpstr>PowerPoint Presentation</vt:lpstr>
      <vt:lpstr>Troubleshooting</vt:lpstr>
      <vt:lpstr>PowerPoint Presentation</vt:lpstr>
      <vt:lpstr>PowerPoint Presentation</vt:lpstr>
      <vt:lpstr>PowerPoint Presentation</vt:lpstr>
    </vt:vector>
  </TitlesOfParts>
  <Company>AT&amp;T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mb0587</dc:creator>
  <cp:lastModifiedBy>JKalunga</cp:lastModifiedBy>
  <cp:revision>254</cp:revision>
  <cp:lastPrinted>2014-10-23T13:25:41Z</cp:lastPrinted>
  <dcterms:created xsi:type="dcterms:W3CDTF">2014-10-07T18:58:08Z</dcterms:created>
  <dcterms:modified xsi:type="dcterms:W3CDTF">2026-05-14T21:44:42Z</dcterms:modified>
</cp:coreProperties>
</file>